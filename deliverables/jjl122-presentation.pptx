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4"/>
  </p:notesMasterIdLst>
  <p:sldIdLst>
    <p:sldId id="256" r:id="rId2"/>
    <p:sldId id="269" r:id="rId3"/>
    <p:sldId id="262" r:id="rId4"/>
    <p:sldId id="264" r:id="rId5"/>
    <p:sldId id="260" r:id="rId6"/>
    <p:sldId id="258" r:id="rId7"/>
    <p:sldId id="265" r:id="rId8"/>
    <p:sldId id="266" r:id="rId9"/>
    <p:sldId id="261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89" autoAdjust="0"/>
    <p:restoredTop sz="66287" autoAdjust="0"/>
  </p:normalViewPr>
  <p:slideViewPr>
    <p:cSldViewPr snapToGrid="0">
      <p:cViewPr varScale="1">
        <p:scale>
          <a:sx n="42" d="100"/>
          <a:sy n="42" d="100"/>
        </p:scale>
        <p:origin x="12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8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439A11-CCAF-4BEE-B098-C2FC6F084E26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E495CC-54EF-423D-936E-58511F920248}">
      <dgm:prSet custT="1"/>
      <dgm:spPr/>
      <dgm:t>
        <a:bodyPr/>
        <a:lstStyle/>
        <a:p>
          <a:r>
            <a:rPr lang="en-US" sz="1200" b="1" dirty="0"/>
            <a:t>Use Python to scrape PHREEQC database files</a:t>
          </a:r>
        </a:p>
      </dgm:t>
    </dgm:pt>
    <dgm:pt modelId="{0719F8EE-2696-4C8C-870E-B947611B9BD8}" type="parTrans" cxnId="{8F844EED-8991-48C4-9AF3-755A2C322092}">
      <dgm:prSet/>
      <dgm:spPr/>
      <dgm:t>
        <a:bodyPr/>
        <a:lstStyle/>
        <a:p>
          <a:endParaRPr lang="en-US"/>
        </a:p>
      </dgm:t>
    </dgm:pt>
    <dgm:pt modelId="{0320C527-3112-40DC-813E-316F26ED1A38}" type="sibTrans" cxnId="{8F844EED-8991-48C4-9AF3-755A2C32209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CB46AA1-62DC-4487-BDFA-223F8DB564A0}">
      <dgm:prSet/>
      <dgm:spPr/>
      <dgm:t>
        <a:bodyPr/>
        <a:lstStyle/>
        <a:p>
          <a:r>
            <a:rPr lang="en-US" b="1" dirty="0"/>
            <a:t>Compile SMS and SS into Pandas </a:t>
          </a:r>
          <a:r>
            <a:rPr lang="en-US" b="1" dirty="0" err="1"/>
            <a:t>Dataframes</a:t>
          </a:r>
          <a:endParaRPr lang="en-US" b="1" dirty="0"/>
        </a:p>
      </dgm:t>
    </dgm:pt>
    <dgm:pt modelId="{222EBB8A-EFE7-4689-9744-CB82DD4D4D2A}" type="parTrans" cxnId="{C9793228-CFF9-4003-B77E-89E47BC0EF42}">
      <dgm:prSet/>
      <dgm:spPr/>
      <dgm:t>
        <a:bodyPr/>
        <a:lstStyle/>
        <a:p>
          <a:endParaRPr lang="en-US"/>
        </a:p>
      </dgm:t>
    </dgm:pt>
    <dgm:pt modelId="{DC14C96A-BB59-4F90-884F-3A2545A56833}" type="sibTrans" cxnId="{C9793228-CFF9-4003-B77E-89E47BC0EF4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BF03ADC-9C88-4236-BDF8-B3AC4B95AEE3}">
      <dgm:prSet/>
      <dgm:spPr/>
      <dgm:t>
        <a:bodyPr/>
        <a:lstStyle/>
        <a:p>
          <a:r>
            <a:rPr lang="en-US" b="1" dirty="0"/>
            <a:t>Inspect databases for conflicting values</a:t>
          </a:r>
        </a:p>
      </dgm:t>
    </dgm:pt>
    <dgm:pt modelId="{A286A883-495A-4380-9129-6756ACCE2DC8}" type="parTrans" cxnId="{FA4EF471-980A-4CE9-BD5A-9179731477A4}">
      <dgm:prSet/>
      <dgm:spPr/>
      <dgm:t>
        <a:bodyPr/>
        <a:lstStyle/>
        <a:p>
          <a:endParaRPr lang="en-US"/>
        </a:p>
      </dgm:t>
    </dgm:pt>
    <dgm:pt modelId="{8BD7F29E-74A8-4D03-8684-A5AFD6F3263A}" type="sibTrans" cxnId="{FA4EF471-980A-4CE9-BD5A-9179731477A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9BD9541-6FBF-4BC6-9524-A0EA01F475BE}">
      <dgm:prSet/>
      <dgm:spPr/>
      <dgm:t>
        <a:bodyPr/>
        <a:lstStyle/>
        <a:p>
          <a:r>
            <a:rPr lang="en-US" b="1" dirty="0"/>
            <a:t>Use analysis to chose baseline database and append unique information from other databases</a:t>
          </a:r>
        </a:p>
      </dgm:t>
    </dgm:pt>
    <dgm:pt modelId="{FA712EF3-1AA7-4C28-BC96-9E54536A341E}" type="parTrans" cxnId="{FFDD63BE-2422-495C-9445-3E3B73E52124}">
      <dgm:prSet/>
      <dgm:spPr/>
      <dgm:t>
        <a:bodyPr/>
        <a:lstStyle/>
        <a:p>
          <a:endParaRPr lang="en-US"/>
        </a:p>
      </dgm:t>
    </dgm:pt>
    <dgm:pt modelId="{ECD1E76F-583F-4D95-923B-2E77602174A4}" type="sibTrans" cxnId="{FFDD63BE-2422-495C-9445-3E3B73E5212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E196F75-E38D-4125-A855-6902DFC54C0F}">
      <dgm:prSet/>
      <dgm:spPr/>
      <dgm:t>
        <a:bodyPr/>
        <a:lstStyle/>
        <a:p>
          <a:r>
            <a:rPr lang="en-US" b="1" dirty="0"/>
            <a:t>Write database back into PHREEEQC database format</a:t>
          </a:r>
        </a:p>
      </dgm:t>
    </dgm:pt>
    <dgm:pt modelId="{33DA619A-09CB-4C4D-A84D-8565634458B7}" type="parTrans" cxnId="{3769C9B5-46BB-48F5-A8DB-E9F1599C5513}">
      <dgm:prSet/>
      <dgm:spPr/>
      <dgm:t>
        <a:bodyPr/>
        <a:lstStyle/>
        <a:p>
          <a:endParaRPr lang="en-US"/>
        </a:p>
      </dgm:t>
    </dgm:pt>
    <dgm:pt modelId="{1198BF2C-68C8-402E-885E-D335DB3EB5AB}" type="sibTrans" cxnId="{3769C9B5-46BB-48F5-A8DB-E9F1599C5513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7C2546D-2B64-43C0-AD3E-55B4B8AFF1B3}" type="pres">
      <dgm:prSet presAssocID="{42439A11-CCAF-4BEE-B098-C2FC6F084E26}" presName="linearFlow" presStyleCnt="0">
        <dgm:presLayoutVars>
          <dgm:dir/>
          <dgm:animLvl val="lvl"/>
          <dgm:resizeHandles val="exact"/>
        </dgm:presLayoutVars>
      </dgm:prSet>
      <dgm:spPr/>
    </dgm:pt>
    <dgm:pt modelId="{9B57C75D-AAA0-441F-9F1C-EED7DDDF6AB6}" type="pres">
      <dgm:prSet presAssocID="{21E495CC-54EF-423D-936E-58511F920248}" presName="compositeNode" presStyleCnt="0"/>
      <dgm:spPr/>
    </dgm:pt>
    <dgm:pt modelId="{03507DF0-28A5-4F5C-8926-E0EC24B58D5F}" type="pres">
      <dgm:prSet presAssocID="{21E495CC-54EF-423D-936E-58511F92024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9D8647F-DF7C-4895-86F8-0D027B2B55DC}" type="pres">
      <dgm:prSet presAssocID="{21E495CC-54EF-423D-936E-58511F920248}" presName="parSh" presStyleCnt="0"/>
      <dgm:spPr/>
    </dgm:pt>
    <dgm:pt modelId="{13E9E2CE-4852-4B8A-9798-E67E234BD2BA}" type="pres">
      <dgm:prSet presAssocID="{21E495CC-54EF-423D-936E-58511F920248}" presName="lineNode" presStyleLbl="alignAccFollowNode1" presStyleIdx="0" presStyleCnt="15"/>
      <dgm:spPr/>
    </dgm:pt>
    <dgm:pt modelId="{12782E19-C6CA-40DB-9661-80C302287EC0}" type="pres">
      <dgm:prSet presAssocID="{21E495CC-54EF-423D-936E-58511F920248}" presName="lineArrowNode" presStyleLbl="alignAccFollowNode1" presStyleIdx="1" presStyleCnt="15"/>
      <dgm:spPr/>
    </dgm:pt>
    <dgm:pt modelId="{B94C2C48-6ABC-4192-BBDF-2AB07050B581}" type="pres">
      <dgm:prSet presAssocID="{0320C527-3112-40DC-813E-316F26ED1A38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9888D6D2-C141-46A4-8250-2570079A3B30}" type="pres">
      <dgm:prSet presAssocID="{0320C527-3112-40DC-813E-316F26ED1A38}" presName="spacerBetweenCircleAndCallout" presStyleCnt="0">
        <dgm:presLayoutVars/>
      </dgm:prSet>
      <dgm:spPr/>
    </dgm:pt>
    <dgm:pt modelId="{3FCA529E-0D7F-4119-8A7E-4D8BC4B6C7F6}" type="pres">
      <dgm:prSet presAssocID="{21E495CC-54EF-423D-936E-58511F920248}" presName="nodeText" presStyleLbl="alignAccFollowNode1" presStyleIdx="2" presStyleCnt="15">
        <dgm:presLayoutVars>
          <dgm:bulletEnabled val="1"/>
        </dgm:presLayoutVars>
      </dgm:prSet>
      <dgm:spPr/>
    </dgm:pt>
    <dgm:pt modelId="{F9D0658F-E574-4877-AA18-3135EE6DCA29}" type="pres">
      <dgm:prSet presAssocID="{0320C527-3112-40DC-813E-316F26ED1A38}" presName="sibTransComposite" presStyleCnt="0"/>
      <dgm:spPr/>
    </dgm:pt>
    <dgm:pt modelId="{A24588B1-C031-48DE-BE3C-26CE02E22BF0}" type="pres">
      <dgm:prSet presAssocID="{8CB46AA1-62DC-4487-BDFA-223F8DB564A0}" presName="compositeNode" presStyleCnt="0"/>
      <dgm:spPr/>
    </dgm:pt>
    <dgm:pt modelId="{92037124-EDBA-41DD-A732-D6A8CCC140A8}" type="pres">
      <dgm:prSet presAssocID="{8CB46AA1-62DC-4487-BDFA-223F8DB564A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42683CC-DA62-4E70-87B6-ECD5EC8F0011}" type="pres">
      <dgm:prSet presAssocID="{8CB46AA1-62DC-4487-BDFA-223F8DB564A0}" presName="parSh" presStyleCnt="0"/>
      <dgm:spPr/>
    </dgm:pt>
    <dgm:pt modelId="{28234BBE-C9F8-441D-BEEA-C8E8C09A5F92}" type="pres">
      <dgm:prSet presAssocID="{8CB46AA1-62DC-4487-BDFA-223F8DB564A0}" presName="lineNode" presStyleLbl="alignAccFollowNode1" presStyleIdx="3" presStyleCnt="15"/>
      <dgm:spPr/>
    </dgm:pt>
    <dgm:pt modelId="{4CF8B517-6DAF-456F-85D0-E3B384308561}" type="pres">
      <dgm:prSet presAssocID="{8CB46AA1-62DC-4487-BDFA-223F8DB564A0}" presName="lineArrowNode" presStyleLbl="alignAccFollowNode1" presStyleIdx="4" presStyleCnt="15"/>
      <dgm:spPr/>
    </dgm:pt>
    <dgm:pt modelId="{997FA7DA-5261-467C-A64D-5727C502EB81}" type="pres">
      <dgm:prSet presAssocID="{DC14C96A-BB59-4F90-884F-3A2545A56833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09188285-B70D-485D-8C6A-A3D0DE911156}" type="pres">
      <dgm:prSet presAssocID="{DC14C96A-BB59-4F90-884F-3A2545A56833}" presName="spacerBetweenCircleAndCallout" presStyleCnt="0">
        <dgm:presLayoutVars/>
      </dgm:prSet>
      <dgm:spPr/>
    </dgm:pt>
    <dgm:pt modelId="{EA56E8E0-35C6-4852-B651-87FE809F1789}" type="pres">
      <dgm:prSet presAssocID="{8CB46AA1-62DC-4487-BDFA-223F8DB564A0}" presName="nodeText" presStyleLbl="alignAccFollowNode1" presStyleIdx="5" presStyleCnt="15">
        <dgm:presLayoutVars>
          <dgm:bulletEnabled val="1"/>
        </dgm:presLayoutVars>
      </dgm:prSet>
      <dgm:spPr/>
    </dgm:pt>
    <dgm:pt modelId="{56E4D5E1-C385-4052-BA7F-E9CF446CB3B2}" type="pres">
      <dgm:prSet presAssocID="{DC14C96A-BB59-4F90-884F-3A2545A56833}" presName="sibTransComposite" presStyleCnt="0"/>
      <dgm:spPr/>
    </dgm:pt>
    <dgm:pt modelId="{AFA38C00-C986-4415-B8B9-95B3C9857DDB}" type="pres">
      <dgm:prSet presAssocID="{FBF03ADC-9C88-4236-BDF8-B3AC4B95AEE3}" presName="compositeNode" presStyleCnt="0"/>
      <dgm:spPr/>
    </dgm:pt>
    <dgm:pt modelId="{ABA1234D-5BF3-49E4-A645-A9BE07444C66}" type="pres">
      <dgm:prSet presAssocID="{FBF03ADC-9C88-4236-BDF8-B3AC4B95AEE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39E8134-FEB5-466C-A95A-B9EC6EADA748}" type="pres">
      <dgm:prSet presAssocID="{FBF03ADC-9C88-4236-BDF8-B3AC4B95AEE3}" presName="parSh" presStyleCnt="0"/>
      <dgm:spPr/>
    </dgm:pt>
    <dgm:pt modelId="{351E3755-E9A5-4A02-BC5C-A4F5CC3E284C}" type="pres">
      <dgm:prSet presAssocID="{FBF03ADC-9C88-4236-BDF8-B3AC4B95AEE3}" presName="lineNode" presStyleLbl="alignAccFollowNode1" presStyleIdx="6" presStyleCnt="15"/>
      <dgm:spPr/>
    </dgm:pt>
    <dgm:pt modelId="{8BBD1544-B2BC-4172-ADDA-620861BFEB02}" type="pres">
      <dgm:prSet presAssocID="{FBF03ADC-9C88-4236-BDF8-B3AC4B95AEE3}" presName="lineArrowNode" presStyleLbl="alignAccFollowNode1" presStyleIdx="7" presStyleCnt="15"/>
      <dgm:spPr/>
    </dgm:pt>
    <dgm:pt modelId="{95C3F6D2-B8AA-4814-B5F1-EBF16831DE8D}" type="pres">
      <dgm:prSet presAssocID="{8BD7F29E-74A8-4D03-8684-A5AFD6F3263A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AB99039F-117C-4A59-AEA6-1D8E6A4AB053}" type="pres">
      <dgm:prSet presAssocID="{8BD7F29E-74A8-4D03-8684-A5AFD6F3263A}" presName="spacerBetweenCircleAndCallout" presStyleCnt="0">
        <dgm:presLayoutVars/>
      </dgm:prSet>
      <dgm:spPr/>
    </dgm:pt>
    <dgm:pt modelId="{1A088C67-43A5-4647-89C8-4CBFF9A50741}" type="pres">
      <dgm:prSet presAssocID="{FBF03ADC-9C88-4236-BDF8-B3AC4B95AEE3}" presName="nodeText" presStyleLbl="alignAccFollowNode1" presStyleIdx="8" presStyleCnt="15">
        <dgm:presLayoutVars>
          <dgm:bulletEnabled val="1"/>
        </dgm:presLayoutVars>
      </dgm:prSet>
      <dgm:spPr/>
    </dgm:pt>
    <dgm:pt modelId="{BC0B4D0F-FC03-4696-84A4-93F6F047177B}" type="pres">
      <dgm:prSet presAssocID="{8BD7F29E-74A8-4D03-8684-A5AFD6F3263A}" presName="sibTransComposite" presStyleCnt="0"/>
      <dgm:spPr/>
    </dgm:pt>
    <dgm:pt modelId="{50A72A6B-8484-4A51-8947-A5EA0C647D52}" type="pres">
      <dgm:prSet presAssocID="{19BD9541-6FBF-4BC6-9524-A0EA01F475BE}" presName="compositeNode" presStyleCnt="0"/>
      <dgm:spPr/>
    </dgm:pt>
    <dgm:pt modelId="{59DC050A-F675-48DA-9B4C-D34FACF0718B}" type="pres">
      <dgm:prSet presAssocID="{19BD9541-6FBF-4BC6-9524-A0EA01F475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86A8545-0B64-4388-9B8F-ADD0E41DAF57}" type="pres">
      <dgm:prSet presAssocID="{19BD9541-6FBF-4BC6-9524-A0EA01F475BE}" presName="parSh" presStyleCnt="0"/>
      <dgm:spPr/>
    </dgm:pt>
    <dgm:pt modelId="{31AF6C91-E644-4CDC-9EBE-008807B56FD8}" type="pres">
      <dgm:prSet presAssocID="{19BD9541-6FBF-4BC6-9524-A0EA01F475BE}" presName="lineNode" presStyleLbl="alignAccFollowNode1" presStyleIdx="9" presStyleCnt="15"/>
      <dgm:spPr/>
    </dgm:pt>
    <dgm:pt modelId="{E1A6F512-3B92-4A75-9C7F-C4FE0B047D7F}" type="pres">
      <dgm:prSet presAssocID="{19BD9541-6FBF-4BC6-9524-A0EA01F475BE}" presName="lineArrowNode" presStyleLbl="alignAccFollowNode1" presStyleIdx="10" presStyleCnt="15"/>
      <dgm:spPr/>
    </dgm:pt>
    <dgm:pt modelId="{17ECBB5D-2AC5-48AD-A3E9-1FA222D6D214}" type="pres">
      <dgm:prSet presAssocID="{ECD1E76F-583F-4D95-923B-2E77602174A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84563363-F5BD-4D73-A52D-88C433F7C819}" type="pres">
      <dgm:prSet presAssocID="{ECD1E76F-583F-4D95-923B-2E77602174A4}" presName="spacerBetweenCircleAndCallout" presStyleCnt="0">
        <dgm:presLayoutVars/>
      </dgm:prSet>
      <dgm:spPr/>
    </dgm:pt>
    <dgm:pt modelId="{E4E100FA-8D23-44B6-8819-087FA9A452E3}" type="pres">
      <dgm:prSet presAssocID="{19BD9541-6FBF-4BC6-9524-A0EA01F475BE}" presName="nodeText" presStyleLbl="alignAccFollowNode1" presStyleIdx="11" presStyleCnt="15">
        <dgm:presLayoutVars>
          <dgm:bulletEnabled val="1"/>
        </dgm:presLayoutVars>
      </dgm:prSet>
      <dgm:spPr/>
    </dgm:pt>
    <dgm:pt modelId="{F95C1D18-25A0-4AAE-8264-4F711F53573E}" type="pres">
      <dgm:prSet presAssocID="{ECD1E76F-583F-4D95-923B-2E77602174A4}" presName="sibTransComposite" presStyleCnt="0"/>
      <dgm:spPr/>
    </dgm:pt>
    <dgm:pt modelId="{192E9341-3AB6-4EBB-BDC9-A90BDE602864}" type="pres">
      <dgm:prSet presAssocID="{AE196F75-E38D-4125-A855-6902DFC54C0F}" presName="compositeNode" presStyleCnt="0"/>
      <dgm:spPr/>
    </dgm:pt>
    <dgm:pt modelId="{730618D6-6C3A-4ABD-81F4-747B3C7EB355}" type="pres">
      <dgm:prSet presAssocID="{AE196F75-E38D-4125-A855-6902DFC54C0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C85B13F-B42B-43AA-833C-BD4ED87D43A3}" type="pres">
      <dgm:prSet presAssocID="{AE196F75-E38D-4125-A855-6902DFC54C0F}" presName="parSh" presStyleCnt="0"/>
      <dgm:spPr/>
    </dgm:pt>
    <dgm:pt modelId="{C8C01649-37E5-4C3A-9C40-DC82E2F35F57}" type="pres">
      <dgm:prSet presAssocID="{AE196F75-E38D-4125-A855-6902DFC54C0F}" presName="lineNode" presStyleLbl="alignAccFollowNode1" presStyleIdx="12" presStyleCnt="15"/>
      <dgm:spPr/>
    </dgm:pt>
    <dgm:pt modelId="{281A19EF-1274-4690-A4AD-CB5094F650A8}" type="pres">
      <dgm:prSet presAssocID="{AE196F75-E38D-4125-A855-6902DFC54C0F}" presName="lineArrowNode" presStyleLbl="alignAccFollowNode1" presStyleIdx="13" presStyleCnt="15"/>
      <dgm:spPr/>
    </dgm:pt>
    <dgm:pt modelId="{723EB6D7-2E5C-4D44-AAD2-774890329520}" type="pres">
      <dgm:prSet presAssocID="{1198BF2C-68C8-402E-885E-D335DB3EB5AB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C8A5907F-912C-4CED-BF7B-A929523A7479}" type="pres">
      <dgm:prSet presAssocID="{1198BF2C-68C8-402E-885E-D335DB3EB5AB}" presName="spacerBetweenCircleAndCallout" presStyleCnt="0">
        <dgm:presLayoutVars/>
      </dgm:prSet>
      <dgm:spPr/>
    </dgm:pt>
    <dgm:pt modelId="{6A2E50B0-E44E-4D82-9538-CCBF1752D7B5}" type="pres">
      <dgm:prSet presAssocID="{AE196F75-E38D-4125-A855-6902DFC54C0F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8ECCCF18-E086-454A-AA23-79F8B80224FE}" type="presOf" srcId="{42439A11-CCAF-4BEE-B098-C2FC6F084E26}" destId="{57C2546D-2B64-43C0-AD3E-55B4B8AFF1B3}" srcOrd="0" destOrd="0" presId="urn:microsoft.com/office/officeart/2016/7/layout/LinearArrowProcessNumbered"/>
    <dgm:cxn modelId="{249BC222-548D-4461-B714-A8B24246967C}" type="presOf" srcId="{FBF03ADC-9C88-4236-BDF8-B3AC4B95AEE3}" destId="{1A088C67-43A5-4647-89C8-4CBFF9A50741}" srcOrd="0" destOrd="0" presId="urn:microsoft.com/office/officeart/2016/7/layout/LinearArrowProcessNumbered"/>
    <dgm:cxn modelId="{C9793228-CFF9-4003-B77E-89E47BC0EF42}" srcId="{42439A11-CCAF-4BEE-B098-C2FC6F084E26}" destId="{8CB46AA1-62DC-4487-BDFA-223F8DB564A0}" srcOrd="1" destOrd="0" parTransId="{222EBB8A-EFE7-4689-9744-CB82DD4D4D2A}" sibTransId="{DC14C96A-BB59-4F90-884F-3A2545A56833}"/>
    <dgm:cxn modelId="{1FBE5233-A298-46FB-B01B-3254E8897609}" type="presOf" srcId="{AE196F75-E38D-4125-A855-6902DFC54C0F}" destId="{6A2E50B0-E44E-4D82-9538-CCBF1752D7B5}" srcOrd="0" destOrd="0" presId="urn:microsoft.com/office/officeart/2016/7/layout/LinearArrowProcessNumbered"/>
    <dgm:cxn modelId="{8098673D-54DD-44FA-BFBA-8D11557A2BDA}" type="presOf" srcId="{DC14C96A-BB59-4F90-884F-3A2545A56833}" destId="{997FA7DA-5261-467C-A64D-5727C502EB81}" srcOrd="0" destOrd="0" presId="urn:microsoft.com/office/officeart/2016/7/layout/LinearArrowProcessNumbered"/>
    <dgm:cxn modelId="{FA4EF471-980A-4CE9-BD5A-9179731477A4}" srcId="{42439A11-CCAF-4BEE-B098-C2FC6F084E26}" destId="{FBF03ADC-9C88-4236-BDF8-B3AC4B95AEE3}" srcOrd="2" destOrd="0" parTransId="{A286A883-495A-4380-9129-6756ACCE2DC8}" sibTransId="{8BD7F29E-74A8-4D03-8684-A5AFD6F3263A}"/>
    <dgm:cxn modelId="{49060A74-94EA-4CEC-8BAF-425423F698EA}" type="presOf" srcId="{0320C527-3112-40DC-813E-316F26ED1A38}" destId="{B94C2C48-6ABC-4192-BBDF-2AB07050B581}" srcOrd="0" destOrd="0" presId="urn:microsoft.com/office/officeart/2016/7/layout/LinearArrowProcessNumbered"/>
    <dgm:cxn modelId="{9AF65797-DABE-4811-A7C6-BF441FD5EDB6}" type="presOf" srcId="{8CB46AA1-62DC-4487-BDFA-223F8DB564A0}" destId="{EA56E8E0-35C6-4852-B651-87FE809F1789}" srcOrd="0" destOrd="0" presId="urn:microsoft.com/office/officeart/2016/7/layout/LinearArrowProcessNumbered"/>
    <dgm:cxn modelId="{BD41FF9F-5B14-42FA-B493-D5FC939787FE}" type="presOf" srcId="{19BD9541-6FBF-4BC6-9524-A0EA01F475BE}" destId="{E4E100FA-8D23-44B6-8819-087FA9A452E3}" srcOrd="0" destOrd="0" presId="urn:microsoft.com/office/officeart/2016/7/layout/LinearArrowProcessNumbered"/>
    <dgm:cxn modelId="{3769C9B5-46BB-48F5-A8DB-E9F1599C5513}" srcId="{42439A11-CCAF-4BEE-B098-C2FC6F084E26}" destId="{AE196F75-E38D-4125-A855-6902DFC54C0F}" srcOrd="4" destOrd="0" parTransId="{33DA619A-09CB-4C4D-A84D-8565634458B7}" sibTransId="{1198BF2C-68C8-402E-885E-D335DB3EB5AB}"/>
    <dgm:cxn modelId="{CEA797BC-1ABF-469B-BCAE-DF9DFA26E640}" type="presOf" srcId="{8BD7F29E-74A8-4D03-8684-A5AFD6F3263A}" destId="{95C3F6D2-B8AA-4814-B5F1-EBF16831DE8D}" srcOrd="0" destOrd="0" presId="urn:microsoft.com/office/officeart/2016/7/layout/LinearArrowProcessNumbered"/>
    <dgm:cxn modelId="{FFDD63BE-2422-495C-9445-3E3B73E52124}" srcId="{42439A11-CCAF-4BEE-B098-C2FC6F084E26}" destId="{19BD9541-6FBF-4BC6-9524-A0EA01F475BE}" srcOrd="3" destOrd="0" parTransId="{FA712EF3-1AA7-4C28-BC96-9E54536A341E}" sibTransId="{ECD1E76F-583F-4D95-923B-2E77602174A4}"/>
    <dgm:cxn modelId="{C8E2FEC0-75B2-471C-BC9D-6BC0FD417989}" type="presOf" srcId="{21E495CC-54EF-423D-936E-58511F920248}" destId="{3FCA529E-0D7F-4119-8A7E-4D8BC4B6C7F6}" srcOrd="0" destOrd="0" presId="urn:microsoft.com/office/officeart/2016/7/layout/LinearArrowProcessNumbered"/>
    <dgm:cxn modelId="{245CBACB-810F-4338-97DC-87C55AB3D429}" type="presOf" srcId="{ECD1E76F-583F-4D95-923B-2E77602174A4}" destId="{17ECBB5D-2AC5-48AD-A3E9-1FA222D6D214}" srcOrd="0" destOrd="0" presId="urn:microsoft.com/office/officeart/2016/7/layout/LinearArrowProcessNumbered"/>
    <dgm:cxn modelId="{DD1C74CF-853F-4841-8749-75AF07FA9FE8}" type="presOf" srcId="{1198BF2C-68C8-402E-885E-D335DB3EB5AB}" destId="{723EB6D7-2E5C-4D44-AAD2-774890329520}" srcOrd="0" destOrd="0" presId="urn:microsoft.com/office/officeart/2016/7/layout/LinearArrowProcessNumbered"/>
    <dgm:cxn modelId="{8F844EED-8991-48C4-9AF3-755A2C322092}" srcId="{42439A11-CCAF-4BEE-B098-C2FC6F084E26}" destId="{21E495CC-54EF-423D-936E-58511F920248}" srcOrd="0" destOrd="0" parTransId="{0719F8EE-2696-4C8C-870E-B947611B9BD8}" sibTransId="{0320C527-3112-40DC-813E-316F26ED1A38}"/>
    <dgm:cxn modelId="{59896193-739B-4707-9D4D-26EAAC59BAF6}" type="presParOf" srcId="{57C2546D-2B64-43C0-AD3E-55B4B8AFF1B3}" destId="{9B57C75D-AAA0-441F-9F1C-EED7DDDF6AB6}" srcOrd="0" destOrd="0" presId="urn:microsoft.com/office/officeart/2016/7/layout/LinearArrowProcessNumbered"/>
    <dgm:cxn modelId="{B3B5CDF4-2EEB-4187-BC94-DABFCDDB18FB}" type="presParOf" srcId="{9B57C75D-AAA0-441F-9F1C-EED7DDDF6AB6}" destId="{03507DF0-28A5-4F5C-8926-E0EC24B58D5F}" srcOrd="0" destOrd="0" presId="urn:microsoft.com/office/officeart/2016/7/layout/LinearArrowProcessNumbered"/>
    <dgm:cxn modelId="{45B4DAF1-BD0C-49BA-8BF5-AC7F69D86695}" type="presParOf" srcId="{9B57C75D-AAA0-441F-9F1C-EED7DDDF6AB6}" destId="{89D8647F-DF7C-4895-86F8-0D027B2B55DC}" srcOrd="1" destOrd="0" presId="urn:microsoft.com/office/officeart/2016/7/layout/LinearArrowProcessNumbered"/>
    <dgm:cxn modelId="{9A99208F-BC18-4448-BE57-35DA9CB9BF33}" type="presParOf" srcId="{89D8647F-DF7C-4895-86F8-0D027B2B55DC}" destId="{13E9E2CE-4852-4B8A-9798-E67E234BD2BA}" srcOrd="0" destOrd="0" presId="urn:microsoft.com/office/officeart/2016/7/layout/LinearArrowProcessNumbered"/>
    <dgm:cxn modelId="{0E370505-3C8B-487F-8C1E-235ACB1D8D40}" type="presParOf" srcId="{89D8647F-DF7C-4895-86F8-0D027B2B55DC}" destId="{12782E19-C6CA-40DB-9661-80C302287EC0}" srcOrd="1" destOrd="0" presId="urn:microsoft.com/office/officeart/2016/7/layout/LinearArrowProcessNumbered"/>
    <dgm:cxn modelId="{F72DF6A3-093F-47BF-B34B-F6177E674915}" type="presParOf" srcId="{89D8647F-DF7C-4895-86F8-0D027B2B55DC}" destId="{B94C2C48-6ABC-4192-BBDF-2AB07050B581}" srcOrd="2" destOrd="0" presId="urn:microsoft.com/office/officeart/2016/7/layout/LinearArrowProcessNumbered"/>
    <dgm:cxn modelId="{3ECD7D16-FD9A-48E5-A282-0221E5D6E038}" type="presParOf" srcId="{89D8647F-DF7C-4895-86F8-0D027B2B55DC}" destId="{9888D6D2-C141-46A4-8250-2570079A3B30}" srcOrd="3" destOrd="0" presId="urn:microsoft.com/office/officeart/2016/7/layout/LinearArrowProcessNumbered"/>
    <dgm:cxn modelId="{1747BC8A-30CD-43D7-BCAE-CEB7376BCE48}" type="presParOf" srcId="{9B57C75D-AAA0-441F-9F1C-EED7DDDF6AB6}" destId="{3FCA529E-0D7F-4119-8A7E-4D8BC4B6C7F6}" srcOrd="2" destOrd="0" presId="urn:microsoft.com/office/officeart/2016/7/layout/LinearArrowProcessNumbered"/>
    <dgm:cxn modelId="{0F110516-B176-4550-9BE8-C318FB71BA2A}" type="presParOf" srcId="{57C2546D-2B64-43C0-AD3E-55B4B8AFF1B3}" destId="{F9D0658F-E574-4877-AA18-3135EE6DCA29}" srcOrd="1" destOrd="0" presId="urn:microsoft.com/office/officeart/2016/7/layout/LinearArrowProcessNumbered"/>
    <dgm:cxn modelId="{E75FDE62-73EE-412C-A5D8-078F820E56A9}" type="presParOf" srcId="{57C2546D-2B64-43C0-AD3E-55B4B8AFF1B3}" destId="{A24588B1-C031-48DE-BE3C-26CE02E22BF0}" srcOrd="2" destOrd="0" presId="urn:microsoft.com/office/officeart/2016/7/layout/LinearArrowProcessNumbered"/>
    <dgm:cxn modelId="{D3EBDEE2-4945-4EE8-8787-4DE7A1A79C41}" type="presParOf" srcId="{A24588B1-C031-48DE-BE3C-26CE02E22BF0}" destId="{92037124-EDBA-41DD-A732-D6A8CCC140A8}" srcOrd="0" destOrd="0" presId="urn:microsoft.com/office/officeart/2016/7/layout/LinearArrowProcessNumbered"/>
    <dgm:cxn modelId="{9B5894FA-DC2A-4136-8CDB-35DB46E3A48C}" type="presParOf" srcId="{A24588B1-C031-48DE-BE3C-26CE02E22BF0}" destId="{B42683CC-DA62-4E70-87B6-ECD5EC8F0011}" srcOrd="1" destOrd="0" presId="urn:microsoft.com/office/officeart/2016/7/layout/LinearArrowProcessNumbered"/>
    <dgm:cxn modelId="{00B05C52-DB10-43B9-AFE4-2A6BEA8BAEBB}" type="presParOf" srcId="{B42683CC-DA62-4E70-87B6-ECD5EC8F0011}" destId="{28234BBE-C9F8-441D-BEEA-C8E8C09A5F92}" srcOrd="0" destOrd="0" presId="urn:microsoft.com/office/officeart/2016/7/layout/LinearArrowProcessNumbered"/>
    <dgm:cxn modelId="{EB4813F4-9724-4980-AD23-3FF05127ACBC}" type="presParOf" srcId="{B42683CC-DA62-4E70-87B6-ECD5EC8F0011}" destId="{4CF8B517-6DAF-456F-85D0-E3B384308561}" srcOrd="1" destOrd="0" presId="urn:microsoft.com/office/officeart/2016/7/layout/LinearArrowProcessNumbered"/>
    <dgm:cxn modelId="{661BA4DE-F166-4095-BD29-A6928686310E}" type="presParOf" srcId="{B42683CC-DA62-4E70-87B6-ECD5EC8F0011}" destId="{997FA7DA-5261-467C-A64D-5727C502EB81}" srcOrd="2" destOrd="0" presId="urn:microsoft.com/office/officeart/2016/7/layout/LinearArrowProcessNumbered"/>
    <dgm:cxn modelId="{C1386439-BF51-4141-AC0E-594C1E20B8E2}" type="presParOf" srcId="{B42683CC-DA62-4E70-87B6-ECD5EC8F0011}" destId="{09188285-B70D-485D-8C6A-A3D0DE911156}" srcOrd="3" destOrd="0" presId="urn:microsoft.com/office/officeart/2016/7/layout/LinearArrowProcessNumbered"/>
    <dgm:cxn modelId="{43067567-396B-4A0C-A50C-ABDFA3D309FD}" type="presParOf" srcId="{A24588B1-C031-48DE-BE3C-26CE02E22BF0}" destId="{EA56E8E0-35C6-4852-B651-87FE809F1789}" srcOrd="2" destOrd="0" presId="urn:microsoft.com/office/officeart/2016/7/layout/LinearArrowProcessNumbered"/>
    <dgm:cxn modelId="{E1D7B15F-C9DC-4127-BA4A-31A30F813B8E}" type="presParOf" srcId="{57C2546D-2B64-43C0-AD3E-55B4B8AFF1B3}" destId="{56E4D5E1-C385-4052-BA7F-E9CF446CB3B2}" srcOrd="3" destOrd="0" presId="urn:microsoft.com/office/officeart/2016/7/layout/LinearArrowProcessNumbered"/>
    <dgm:cxn modelId="{381318CC-6563-492C-9C15-EE9FD95DA2BF}" type="presParOf" srcId="{57C2546D-2B64-43C0-AD3E-55B4B8AFF1B3}" destId="{AFA38C00-C986-4415-B8B9-95B3C9857DDB}" srcOrd="4" destOrd="0" presId="urn:microsoft.com/office/officeart/2016/7/layout/LinearArrowProcessNumbered"/>
    <dgm:cxn modelId="{B55CCFB4-645D-4E13-8181-8BF2714ECB79}" type="presParOf" srcId="{AFA38C00-C986-4415-B8B9-95B3C9857DDB}" destId="{ABA1234D-5BF3-49E4-A645-A9BE07444C66}" srcOrd="0" destOrd="0" presId="urn:microsoft.com/office/officeart/2016/7/layout/LinearArrowProcessNumbered"/>
    <dgm:cxn modelId="{3603ED18-23D7-41C0-9E59-16CB1B51F5D2}" type="presParOf" srcId="{AFA38C00-C986-4415-B8B9-95B3C9857DDB}" destId="{939E8134-FEB5-466C-A95A-B9EC6EADA748}" srcOrd="1" destOrd="0" presId="urn:microsoft.com/office/officeart/2016/7/layout/LinearArrowProcessNumbered"/>
    <dgm:cxn modelId="{68C9CED2-3E80-41FC-B41D-9A720DB483CB}" type="presParOf" srcId="{939E8134-FEB5-466C-A95A-B9EC6EADA748}" destId="{351E3755-E9A5-4A02-BC5C-A4F5CC3E284C}" srcOrd="0" destOrd="0" presId="urn:microsoft.com/office/officeart/2016/7/layout/LinearArrowProcessNumbered"/>
    <dgm:cxn modelId="{5C81DF00-5DFA-4DAF-9CC2-B40F9A728E3D}" type="presParOf" srcId="{939E8134-FEB5-466C-A95A-B9EC6EADA748}" destId="{8BBD1544-B2BC-4172-ADDA-620861BFEB02}" srcOrd="1" destOrd="0" presId="urn:microsoft.com/office/officeart/2016/7/layout/LinearArrowProcessNumbered"/>
    <dgm:cxn modelId="{DB48F585-3B02-48A0-862F-A8FBB4306ECC}" type="presParOf" srcId="{939E8134-FEB5-466C-A95A-B9EC6EADA748}" destId="{95C3F6D2-B8AA-4814-B5F1-EBF16831DE8D}" srcOrd="2" destOrd="0" presId="urn:microsoft.com/office/officeart/2016/7/layout/LinearArrowProcessNumbered"/>
    <dgm:cxn modelId="{3397E249-FAA2-4C13-B051-912AD7372DC8}" type="presParOf" srcId="{939E8134-FEB5-466C-A95A-B9EC6EADA748}" destId="{AB99039F-117C-4A59-AEA6-1D8E6A4AB053}" srcOrd="3" destOrd="0" presId="urn:microsoft.com/office/officeart/2016/7/layout/LinearArrowProcessNumbered"/>
    <dgm:cxn modelId="{EE6E9010-0BD6-40EA-B2C5-699400DDFAE4}" type="presParOf" srcId="{AFA38C00-C986-4415-B8B9-95B3C9857DDB}" destId="{1A088C67-43A5-4647-89C8-4CBFF9A50741}" srcOrd="2" destOrd="0" presId="urn:microsoft.com/office/officeart/2016/7/layout/LinearArrowProcessNumbered"/>
    <dgm:cxn modelId="{A9E534D1-8FB6-4D59-A64C-26DE6FE10EDE}" type="presParOf" srcId="{57C2546D-2B64-43C0-AD3E-55B4B8AFF1B3}" destId="{BC0B4D0F-FC03-4696-84A4-93F6F047177B}" srcOrd="5" destOrd="0" presId="urn:microsoft.com/office/officeart/2016/7/layout/LinearArrowProcessNumbered"/>
    <dgm:cxn modelId="{6E651CEB-AD3B-4444-8B55-992D7A8D0AC6}" type="presParOf" srcId="{57C2546D-2B64-43C0-AD3E-55B4B8AFF1B3}" destId="{50A72A6B-8484-4A51-8947-A5EA0C647D52}" srcOrd="6" destOrd="0" presId="urn:microsoft.com/office/officeart/2016/7/layout/LinearArrowProcessNumbered"/>
    <dgm:cxn modelId="{0099B205-4EB9-49BC-B5E8-E4E7E329A8AB}" type="presParOf" srcId="{50A72A6B-8484-4A51-8947-A5EA0C647D52}" destId="{59DC050A-F675-48DA-9B4C-D34FACF0718B}" srcOrd="0" destOrd="0" presId="urn:microsoft.com/office/officeart/2016/7/layout/LinearArrowProcessNumbered"/>
    <dgm:cxn modelId="{39D8CE6B-02B1-4522-B4F8-A8D7B3407180}" type="presParOf" srcId="{50A72A6B-8484-4A51-8947-A5EA0C647D52}" destId="{286A8545-0B64-4388-9B8F-ADD0E41DAF57}" srcOrd="1" destOrd="0" presId="urn:microsoft.com/office/officeart/2016/7/layout/LinearArrowProcessNumbered"/>
    <dgm:cxn modelId="{7240ADAA-F04F-4022-BE68-E7EF077D1F2E}" type="presParOf" srcId="{286A8545-0B64-4388-9B8F-ADD0E41DAF57}" destId="{31AF6C91-E644-4CDC-9EBE-008807B56FD8}" srcOrd="0" destOrd="0" presId="urn:microsoft.com/office/officeart/2016/7/layout/LinearArrowProcessNumbered"/>
    <dgm:cxn modelId="{1CB18B0F-7BEB-4209-9EA6-D9A086A0F086}" type="presParOf" srcId="{286A8545-0B64-4388-9B8F-ADD0E41DAF57}" destId="{E1A6F512-3B92-4A75-9C7F-C4FE0B047D7F}" srcOrd="1" destOrd="0" presId="urn:microsoft.com/office/officeart/2016/7/layout/LinearArrowProcessNumbered"/>
    <dgm:cxn modelId="{495C5428-DFF8-4AE5-86B6-C7A767492EEC}" type="presParOf" srcId="{286A8545-0B64-4388-9B8F-ADD0E41DAF57}" destId="{17ECBB5D-2AC5-48AD-A3E9-1FA222D6D214}" srcOrd="2" destOrd="0" presId="urn:microsoft.com/office/officeart/2016/7/layout/LinearArrowProcessNumbered"/>
    <dgm:cxn modelId="{52619747-6384-474F-A973-859D9F8C6A52}" type="presParOf" srcId="{286A8545-0B64-4388-9B8F-ADD0E41DAF57}" destId="{84563363-F5BD-4D73-A52D-88C433F7C819}" srcOrd="3" destOrd="0" presId="urn:microsoft.com/office/officeart/2016/7/layout/LinearArrowProcessNumbered"/>
    <dgm:cxn modelId="{111BE22D-CC23-4E1E-B534-E9FEB5BDEBA8}" type="presParOf" srcId="{50A72A6B-8484-4A51-8947-A5EA0C647D52}" destId="{E4E100FA-8D23-44B6-8819-087FA9A452E3}" srcOrd="2" destOrd="0" presId="urn:microsoft.com/office/officeart/2016/7/layout/LinearArrowProcessNumbered"/>
    <dgm:cxn modelId="{BA0DB00D-0CE9-4AF9-BCB0-E179BEBDEE81}" type="presParOf" srcId="{57C2546D-2B64-43C0-AD3E-55B4B8AFF1B3}" destId="{F95C1D18-25A0-4AAE-8264-4F711F53573E}" srcOrd="7" destOrd="0" presId="urn:microsoft.com/office/officeart/2016/7/layout/LinearArrowProcessNumbered"/>
    <dgm:cxn modelId="{8804238F-839A-4145-96C4-A0D4481DE60B}" type="presParOf" srcId="{57C2546D-2B64-43C0-AD3E-55B4B8AFF1B3}" destId="{192E9341-3AB6-4EBB-BDC9-A90BDE602864}" srcOrd="8" destOrd="0" presId="urn:microsoft.com/office/officeart/2016/7/layout/LinearArrowProcessNumbered"/>
    <dgm:cxn modelId="{42E14273-E625-4AAC-888B-02A9A3101E62}" type="presParOf" srcId="{192E9341-3AB6-4EBB-BDC9-A90BDE602864}" destId="{730618D6-6C3A-4ABD-81F4-747B3C7EB355}" srcOrd="0" destOrd="0" presId="urn:microsoft.com/office/officeart/2016/7/layout/LinearArrowProcessNumbered"/>
    <dgm:cxn modelId="{CE2A4C35-D37E-436E-8216-CF10EA7D4DAD}" type="presParOf" srcId="{192E9341-3AB6-4EBB-BDC9-A90BDE602864}" destId="{CC85B13F-B42B-43AA-833C-BD4ED87D43A3}" srcOrd="1" destOrd="0" presId="urn:microsoft.com/office/officeart/2016/7/layout/LinearArrowProcessNumbered"/>
    <dgm:cxn modelId="{40D84A7F-BF57-45D0-A7EA-2E89B433FAF3}" type="presParOf" srcId="{CC85B13F-B42B-43AA-833C-BD4ED87D43A3}" destId="{C8C01649-37E5-4C3A-9C40-DC82E2F35F57}" srcOrd="0" destOrd="0" presId="urn:microsoft.com/office/officeart/2016/7/layout/LinearArrowProcessNumbered"/>
    <dgm:cxn modelId="{8A746C50-2EC6-40E9-B7F6-122D4921FD91}" type="presParOf" srcId="{CC85B13F-B42B-43AA-833C-BD4ED87D43A3}" destId="{281A19EF-1274-4690-A4AD-CB5094F650A8}" srcOrd="1" destOrd="0" presId="urn:microsoft.com/office/officeart/2016/7/layout/LinearArrowProcessNumbered"/>
    <dgm:cxn modelId="{A649F9A9-DA56-49DD-B2F3-7715C94D18BA}" type="presParOf" srcId="{CC85B13F-B42B-43AA-833C-BD4ED87D43A3}" destId="{723EB6D7-2E5C-4D44-AAD2-774890329520}" srcOrd="2" destOrd="0" presId="urn:microsoft.com/office/officeart/2016/7/layout/LinearArrowProcessNumbered"/>
    <dgm:cxn modelId="{84BD1E96-D2CF-4B47-A3D6-AF5BACA76CDF}" type="presParOf" srcId="{CC85B13F-B42B-43AA-833C-BD4ED87D43A3}" destId="{C8A5907F-912C-4CED-BF7B-A929523A7479}" srcOrd="3" destOrd="0" presId="urn:microsoft.com/office/officeart/2016/7/layout/LinearArrowProcessNumbered"/>
    <dgm:cxn modelId="{C00E186B-3DB0-425C-BED9-06D073C177D3}" type="presParOf" srcId="{192E9341-3AB6-4EBB-BDC9-A90BDE602864}" destId="{6A2E50B0-E44E-4D82-9538-CCBF1752D7B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272FC8-9FD7-4D1B-91FF-2EA55F2F3EBC}" type="doc">
      <dgm:prSet loTypeId="urn:microsoft.com/office/officeart/2018/2/layout/IconVerticalSolidList" loCatId="icon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7D42FFA-1DCE-4D38-9F2D-FCB960C577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Elements can be defined with different species </a:t>
          </a:r>
        </a:p>
      </dgm:t>
    </dgm:pt>
    <dgm:pt modelId="{3E47E451-F15A-4FEA-8A47-420956590BCD}" type="parTrans" cxnId="{8266E012-4A3C-42CE-933D-9CEDB4C841DD}">
      <dgm:prSet/>
      <dgm:spPr/>
      <dgm:t>
        <a:bodyPr/>
        <a:lstStyle/>
        <a:p>
          <a:endParaRPr lang="en-US"/>
        </a:p>
      </dgm:t>
    </dgm:pt>
    <dgm:pt modelId="{27E53682-EFC8-4A56-BBC5-1E39F2E1E42A}" type="sibTrans" cxnId="{8266E012-4A3C-42CE-933D-9CEDB4C841DD}">
      <dgm:prSet/>
      <dgm:spPr/>
      <dgm:t>
        <a:bodyPr/>
        <a:lstStyle/>
        <a:p>
          <a:endParaRPr lang="en-US"/>
        </a:p>
      </dgm:t>
    </dgm:pt>
    <dgm:pt modelId="{30288C1E-8E5C-46D5-A391-73767A84DA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4A2D9E-B218-4798-A800-E7C53AFB03AE}" type="parTrans" cxnId="{04CF7DE0-AFDE-4CBD-A838-0767CCE102C8}">
      <dgm:prSet/>
      <dgm:spPr/>
      <dgm:t>
        <a:bodyPr/>
        <a:lstStyle/>
        <a:p>
          <a:endParaRPr lang="en-US"/>
        </a:p>
      </dgm:t>
    </dgm:pt>
    <dgm:pt modelId="{F2CCE257-1F80-472F-8C43-0332B47B7FEE}" type="sibTrans" cxnId="{04CF7DE0-AFDE-4CBD-A838-0767CCE102C8}">
      <dgm:prSet/>
      <dgm:spPr/>
      <dgm:t>
        <a:bodyPr/>
        <a:lstStyle/>
        <a:p>
          <a:endParaRPr lang="en-US"/>
        </a:p>
      </dgm:t>
    </dgm:pt>
    <dgm:pt modelId="{1D1BD207-D778-4F39-BD23-674EC9F226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database has its own syntax and definition paradigm</a:t>
          </a:r>
        </a:p>
      </dgm:t>
    </dgm:pt>
    <dgm:pt modelId="{724C781A-AAD0-42F5-A976-77ED76FBCC29}" type="parTrans" cxnId="{10FEDE21-3869-4591-8063-C1708EAE321E}">
      <dgm:prSet/>
      <dgm:spPr/>
      <dgm:t>
        <a:bodyPr/>
        <a:lstStyle/>
        <a:p>
          <a:endParaRPr lang="en-US"/>
        </a:p>
      </dgm:t>
    </dgm:pt>
    <dgm:pt modelId="{600D42C0-26CC-4BF7-BEF3-2D3F57B057BA}" type="sibTrans" cxnId="{10FEDE21-3869-4591-8063-C1708EAE321E}">
      <dgm:prSet/>
      <dgm:spPr/>
      <dgm:t>
        <a:bodyPr/>
        <a:lstStyle/>
        <a:p>
          <a:endParaRPr lang="en-US"/>
        </a:p>
      </dgm:t>
    </dgm:pt>
    <dgm:pt modelId="{5B5DC29B-B835-4337-B877-DD9AB22103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Databases are independently developed </a:t>
          </a:r>
        </a:p>
      </dgm:t>
    </dgm:pt>
    <dgm:pt modelId="{D8E2D239-19C3-430D-AEF0-FEA885E770F9}" type="parTrans" cxnId="{A69ABFF8-A6F6-4C82-AE65-349C940BDEBD}">
      <dgm:prSet/>
      <dgm:spPr/>
      <dgm:t>
        <a:bodyPr/>
        <a:lstStyle/>
        <a:p>
          <a:endParaRPr lang="en-GB"/>
        </a:p>
      </dgm:t>
    </dgm:pt>
    <dgm:pt modelId="{A3F7F3B3-F3CF-4E0E-A8FC-589D431B8EF3}" type="sibTrans" cxnId="{A69ABFF8-A6F6-4C82-AE65-349C940BDEBD}">
      <dgm:prSet/>
      <dgm:spPr/>
      <dgm:t>
        <a:bodyPr/>
        <a:lstStyle/>
        <a:p>
          <a:endParaRPr lang="en-GB"/>
        </a:p>
      </dgm:t>
    </dgm:pt>
    <dgm:pt modelId="{6408A3E5-23C2-4E02-A758-C189F91494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Similar information have different values</a:t>
          </a:r>
        </a:p>
      </dgm:t>
    </dgm:pt>
    <dgm:pt modelId="{BA3F26FE-9586-44E4-9FB2-E557BDB84A20}" type="parTrans" cxnId="{F7F8FDA8-29F4-4EBB-A0EA-20F97F3AF6D5}">
      <dgm:prSet/>
      <dgm:spPr/>
      <dgm:t>
        <a:bodyPr/>
        <a:lstStyle/>
        <a:p>
          <a:endParaRPr lang="en-GB"/>
        </a:p>
      </dgm:t>
    </dgm:pt>
    <dgm:pt modelId="{0BFAA4B2-D532-4B8D-A1EA-FA4C6171776B}" type="sibTrans" cxnId="{F7F8FDA8-29F4-4EBB-A0EA-20F97F3AF6D5}">
      <dgm:prSet/>
      <dgm:spPr/>
      <dgm:t>
        <a:bodyPr/>
        <a:lstStyle/>
        <a:p>
          <a:endParaRPr lang="en-GB"/>
        </a:p>
      </dgm:t>
    </dgm:pt>
    <dgm:pt modelId="{FFB69ECC-FEFF-4062-86A9-7D4C37850884}" type="pres">
      <dgm:prSet presAssocID="{08272FC8-9FD7-4D1B-91FF-2EA55F2F3EBC}" presName="root" presStyleCnt="0">
        <dgm:presLayoutVars>
          <dgm:dir/>
          <dgm:resizeHandles val="exact"/>
        </dgm:presLayoutVars>
      </dgm:prSet>
      <dgm:spPr/>
    </dgm:pt>
    <dgm:pt modelId="{AF781C8F-8029-439B-8626-D844A20E2014}" type="pres">
      <dgm:prSet presAssocID="{5B5DC29B-B835-4337-B877-DD9AB2210328}" presName="compNode" presStyleCnt="0"/>
      <dgm:spPr/>
    </dgm:pt>
    <dgm:pt modelId="{60EF0D59-AB81-4A80-ADAF-DD63BBB43124}" type="pres">
      <dgm:prSet presAssocID="{5B5DC29B-B835-4337-B877-DD9AB2210328}" presName="bgRect" presStyleLbl="bgShp" presStyleIdx="0" presStyleCnt="4"/>
      <dgm:spPr/>
    </dgm:pt>
    <dgm:pt modelId="{F14F631C-85A3-4DB2-B97E-A70839E666AB}" type="pres">
      <dgm:prSet presAssocID="{5B5DC29B-B835-4337-B877-DD9AB22103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1F4DF9B5-604D-450A-BF8A-4CCC1AAAF905}" type="pres">
      <dgm:prSet presAssocID="{5B5DC29B-B835-4337-B877-DD9AB2210328}" presName="spaceRect" presStyleCnt="0"/>
      <dgm:spPr/>
    </dgm:pt>
    <dgm:pt modelId="{9DACB425-EF16-45A9-A1A8-2965BA076D32}" type="pres">
      <dgm:prSet presAssocID="{5B5DC29B-B835-4337-B877-DD9AB2210328}" presName="parTx" presStyleLbl="revTx" presStyleIdx="0" presStyleCnt="5">
        <dgm:presLayoutVars>
          <dgm:chMax val="0"/>
          <dgm:chPref val="0"/>
        </dgm:presLayoutVars>
      </dgm:prSet>
      <dgm:spPr/>
    </dgm:pt>
    <dgm:pt modelId="{5BB3FB1A-F707-4D1D-982C-5059138E077C}" type="pres">
      <dgm:prSet presAssocID="{A3F7F3B3-F3CF-4E0E-A8FC-589D431B8EF3}" presName="sibTrans" presStyleCnt="0"/>
      <dgm:spPr/>
    </dgm:pt>
    <dgm:pt modelId="{406FC274-F307-4C0C-A959-69CA3FCD834A}" type="pres">
      <dgm:prSet presAssocID="{D7D42FFA-1DCE-4D38-9F2D-FCB960C57770}" presName="compNode" presStyleCnt="0"/>
      <dgm:spPr/>
    </dgm:pt>
    <dgm:pt modelId="{7409AAF2-EF2E-4ADA-A952-30F2E24A5B2E}" type="pres">
      <dgm:prSet presAssocID="{D7D42FFA-1DCE-4D38-9F2D-FCB960C57770}" presName="bgRect" presStyleLbl="bgShp" presStyleIdx="1" presStyleCnt="4"/>
      <dgm:spPr/>
    </dgm:pt>
    <dgm:pt modelId="{45BA7123-15A7-4F5E-BCC3-D810DC0D14EB}" type="pres">
      <dgm:prSet presAssocID="{D7D42FFA-1DCE-4D38-9F2D-FCB960C5777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7B6217-E6E3-4707-B960-29FCC62C8C04}" type="pres">
      <dgm:prSet presAssocID="{D7D42FFA-1DCE-4D38-9F2D-FCB960C57770}" presName="spaceRect" presStyleCnt="0"/>
      <dgm:spPr/>
    </dgm:pt>
    <dgm:pt modelId="{CE7C0A7A-0C07-4CB7-8CD6-A2CEF90D6F73}" type="pres">
      <dgm:prSet presAssocID="{D7D42FFA-1DCE-4D38-9F2D-FCB960C57770}" presName="parTx" presStyleLbl="revTx" presStyleIdx="1" presStyleCnt="5">
        <dgm:presLayoutVars>
          <dgm:chMax val="0"/>
          <dgm:chPref val="0"/>
        </dgm:presLayoutVars>
      </dgm:prSet>
      <dgm:spPr/>
    </dgm:pt>
    <dgm:pt modelId="{46482F67-1185-4376-8AFE-33B87C8CF9E5}" type="pres">
      <dgm:prSet presAssocID="{D7D42FFA-1DCE-4D38-9F2D-FCB960C57770}" presName="desTx" presStyleLbl="revTx" presStyleIdx="2" presStyleCnt="5">
        <dgm:presLayoutVars/>
      </dgm:prSet>
      <dgm:spPr/>
    </dgm:pt>
    <dgm:pt modelId="{49EF58DA-97EA-4AF8-BB45-B0D919490C06}" type="pres">
      <dgm:prSet presAssocID="{27E53682-EFC8-4A56-BBC5-1E39F2E1E42A}" presName="sibTrans" presStyleCnt="0"/>
      <dgm:spPr/>
    </dgm:pt>
    <dgm:pt modelId="{9DF9B92F-778E-42BB-A1B1-694F17A7EE5F}" type="pres">
      <dgm:prSet presAssocID="{6408A3E5-23C2-4E02-A758-C189F91494D5}" presName="compNode" presStyleCnt="0"/>
      <dgm:spPr/>
    </dgm:pt>
    <dgm:pt modelId="{6CA150D6-4446-4662-929C-090D7DE0081B}" type="pres">
      <dgm:prSet presAssocID="{6408A3E5-23C2-4E02-A758-C189F91494D5}" presName="bgRect" presStyleLbl="bgShp" presStyleIdx="2" presStyleCnt="4"/>
      <dgm:spPr/>
    </dgm:pt>
    <dgm:pt modelId="{85C96D8A-4E31-49A8-A0F4-6AA69646DCEB}" type="pres">
      <dgm:prSet presAssocID="{6408A3E5-23C2-4E02-A758-C189F91494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827EAE32-CFE7-4B15-855D-BFE008211ED2}" type="pres">
      <dgm:prSet presAssocID="{6408A3E5-23C2-4E02-A758-C189F91494D5}" presName="spaceRect" presStyleCnt="0"/>
      <dgm:spPr/>
    </dgm:pt>
    <dgm:pt modelId="{1AAAE055-A097-4414-AC12-23A25F580DA5}" type="pres">
      <dgm:prSet presAssocID="{6408A3E5-23C2-4E02-A758-C189F91494D5}" presName="parTx" presStyleLbl="revTx" presStyleIdx="3" presStyleCnt="5">
        <dgm:presLayoutVars>
          <dgm:chMax val="0"/>
          <dgm:chPref val="0"/>
        </dgm:presLayoutVars>
      </dgm:prSet>
      <dgm:spPr/>
    </dgm:pt>
    <dgm:pt modelId="{CB87A849-A386-4FC3-9A7E-4E923A4A2C1C}" type="pres">
      <dgm:prSet presAssocID="{0BFAA4B2-D532-4B8D-A1EA-FA4C6171776B}" presName="sibTrans" presStyleCnt="0"/>
      <dgm:spPr/>
    </dgm:pt>
    <dgm:pt modelId="{D3EF5A5D-860E-4942-9626-2EAC101913BB}" type="pres">
      <dgm:prSet presAssocID="{1D1BD207-D778-4F39-BD23-674EC9F226BF}" presName="compNode" presStyleCnt="0"/>
      <dgm:spPr/>
    </dgm:pt>
    <dgm:pt modelId="{3508E4BB-8120-44E6-8359-7074D7693D5B}" type="pres">
      <dgm:prSet presAssocID="{1D1BD207-D778-4F39-BD23-674EC9F226BF}" presName="bgRect" presStyleLbl="bgShp" presStyleIdx="3" presStyleCnt="4"/>
      <dgm:spPr/>
    </dgm:pt>
    <dgm:pt modelId="{EE2E027C-39F1-4C17-8D02-504A5EB78D19}" type="pres">
      <dgm:prSet presAssocID="{1D1BD207-D778-4F39-BD23-674EC9F226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learning language with solid fill"/>
        </a:ext>
      </dgm:extLst>
    </dgm:pt>
    <dgm:pt modelId="{F6E74265-E807-47C3-9F30-3E2EB2B5F84C}" type="pres">
      <dgm:prSet presAssocID="{1D1BD207-D778-4F39-BD23-674EC9F226BF}" presName="spaceRect" presStyleCnt="0"/>
      <dgm:spPr/>
    </dgm:pt>
    <dgm:pt modelId="{648A9759-12D4-4261-AE29-4CEB3F66D931}" type="pres">
      <dgm:prSet presAssocID="{1D1BD207-D778-4F39-BD23-674EC9F226B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266E012-4A3C-42CE-933D-9CEDB4C841DD}" srcId="{08272FC8-9FD7-4D1B-91FF-2EA55F2F3EBC}" destId="{D7D42FFA-1DCE-4D38-9F2D-FCB960C57770}" srcOrd="1" destOrd="0" parTransId="{3E47E451-F15A-4FEA-8A47-420956590BCD}" sibTransId="{27E53682-EFC8-4A56-BBC5-1E39F2E1E42A}"/>
    <dgm:cxn modelId="{10FEDE21-3869-4591-8063-C1708EAE321E}" srcId="{08272FC8-9FD7-4D1B-91FF-2EA55F2F3EBC}" destId="{1D1BD207-D778-4F39-BD23-674EC9F226BF}" srcOrd="3" destOrd="0" parTransId="{724C781A-AAD0-42F5-A976-77ED76FBCC29}" sibTransId="{600D42C0-26CC-4BF7-BEF3-2D3F57B057BA}"/>
    <dgm:cxn modelId="{CF998528-942F-44F9-A35C-7F6346148425}" type="presOf" srcId="{6408A3E5-23C2-4E02-A758-C189F91494D5}" destId="{1AAAE055-A097-4414-AC12-23A25F580DA5}" srcOrd="0" destOrd="0" presId="urn:microsoft.com/office/officeart/2018/2/layout/IconVerticalSolidList"/>
    <dgm:cxn modelId="{8A0DAB51-B396-4A7E-92EC-3E3DB39A956A}" type="presOf" srcId="{1D1BD207-D778-4F39-BD23-674EC9F226BF}" destId="{648A9759-12D4-4261-AE29-4CEB3F66D931}" srcOrd="0" destOrd="0" presId="urn:microsoft.com/office/officeart/2018/2/layout/IconVerticalSolidList"/>
    <dgm:cxn modelId="{F7F8FDA8-29F4-4EBB-A0EA-20F97F3AF6D5}" srcId="{08272FC8-9FD7-4D1B-91FF-2EA55F2F3EBC}" destId="{6408A3E5-23C2-4E02-A758-C189F91494D5}" srcOrd="2" destOrd="0" parTransId="{BA3F26FE-9586-44E4-9FB2-E557BDB84A20}" sibTransId="{0BFAA4B2-D532-4B8D-A1EA-FA4C6171776B}"/>
    <dgm:cxn modelId="{82BE98BC-B852-49EB-821F-368E53C5D265}" type="presOf" srcId="{D7D42FFA-1DCE-4D38-9F2D-FCB960C57770}" destId="{CE7C0A7A-0C07-4CB7-8CD6-A2CEF90D6F73}" srcOrd="0" destOrd="0" presId="urn:microsoft.com/office/officeart/2018/2/layout/IconVerticalSolidList"/>
    <dgm:cxn modelId="{02C429C2-3A1D-4E2E-BF04-61F355C43B9A}" type="presOf" srcId="{5B5DC29B-B835-4337-B877-DD9AB2210328}" destId="{9DACB425-EF16-45A9-A1A8-2965BA076D32}" srcOrd="0" destOrd="0" presId="urn:microsoft.com/office/officeart/2018/2/layout/IconVerticalSolidList"/>
    <dgm:cxn modelId="{1A6407CF-36F5-4401-BEB0-08EC6E4E407E}" type="presOf" srcId="{30288C1E-8E5C-46D5-A391-73767A84DAF3}" destId="{46482F67-1185-4376-8AFE-33B87C8CF9E5}" srcOrd="0" destOrd="0" presId="urn:microsoft.com/office/officeart/2018/2/layout/IconVerticalSolidList"/>
    <dgm:cxn modelId="{04CF7DE0-AFDE-4CBD-A838-0767CCE102C8}" srcId="{D7D42FFA-1DCE-4D38-9F2D-FCB960C57770}" destId="{30288C1E-8E5C-46D5-A391-73767A84DAF3}" srcOrd="0" destOrd="0" parTransId="{FD4A2D9E-B218-4798-A800-E7C53AFB03AE}" sibTransId="{F2CCE257-1F80-472F-8C43-0332B47B7FEE}"/>
    <dgm:cxn modelId="{7AA22AF4-6806-4157-BD7D-77EAE22C4BAD}" type="presOf" srcId="{08272FC8-9FD7-4D1B-91FF-2EA55F2F3EBC}" destId="{FFB69ECC-FEFF-4062-86A9-7D4C37850884}" srcOrd="0" destOrd="0" presId="urn:microsoft.com/office/officeart/2018/2/layout/IconVerticalSolidList"/>
    <dgm:cxn modelId="{A69ABFF8-A6F6-4C82-AE65-349C940BDEBD}" srcId="{08272FC8-9FD7-4D1B-91FF-2EA55F2F3EBC}" destId="{5B5DC29B-B835-4337-B877-DD9AB2210328}" srcOrd="0" destOrd="0" parTransId="{D8E2D239-19C3-430D-AEF0-FEA885E770F9}" sibTransId="{A3F7F3B3-F3CF-4E0E-A8FC-589D431B8EF3}"/>
    <dgm:cxn modelId="{452535AD-6C9D-4BDC-BF58-FB106C25F790}" type="presParOf" srcId="{FFB69ECC-FEFF-4062-86A9-7D4C37850884}" destId="{AF781C8F-8029-439B-8626-D844A20E2014}" srcOrd="0" destOrd="0" presId="urn:microsoft.com/office/officeart/2018/2/layout/IconVerticalSolidList"/>
    <dgm:cxn modelId="{97510940-D044-498B-A794-F7BC638DD3DC}" type="presParOf" srcId="{AF781C8F-8029-439B-8626-D844A20E2014}" destId="{60EF0D59-AB81-4A80-ADAF-DD63BBB43124}" srcOrd="0" destOrd="0" presId="urn:microsoft.com/office/officeart/2018/2/layout/IconVerticalSolidList"/>
    <dgm:cxn modelId="{CCA68C1D-36D7-4720-BF6D-41EAE688F208}" type="presParOf" srcId="{AF781C8F-8029-439B-8626-D844A20E2014}" destId="{F14F631C-85A3-4DB2-B97E-A70839E666AB}" srcOrd="1" destOrd="0" presId="urn:microsoft.com/office/officeart/2018/2/layout/IconVerticalSolidList"/>
    <dgm:cxn modelId="{288F595A-4240-40E6-8C5B-F71B6EC3F861}" type="presParOf" srcId="{AF781C8F-8029-439B-8626-D844A20E2014}" destId="{1F4DF9B5-604D-450A-BF8A-4CCC1AAAF905}" srcOrd="2" destOrd="0" presId="urn:microsoft.com/office/officeart/2018/2/layout/IconVerticalSolidList"/>
    <dgm:cxn modelId="{3C2B1215-328A-4E79-A18F-60721D7FA57D}" type="presParOf" srcId="{AF781C8F-8029-439B-8626-D844A20E2014}" destId="{9DACB425-EF16-45A9-A1A8-2965BA076D32}" srcOrd="3" destOrd="0" presId="urn:microsoft.com/office/officeart/2018/2/layout/IconVerticalSolidList"/>
    <dgm:cxn modelId="{035FCD0A-16EE-44D2-A3F0-D29F2928B4A0}" type="presParOf" srcId="{FFB69ECC-FEFF-4062-86A9-7D4C37850884}" destId="{5BB3FB1A-F707-4D1D-982C-5059138E077C}" srcOrd="1" destOrd="0" presId="urn:microsoft.com/office/officeart/2018/2/layout/IconVerticalSolidList"/>
    <dgm:cxn modelId="{D02CB0F3-F88C-4188-B0CD-58F4479285CB}" type="presParOf" srcId="{FFB69ECC-FEFF-4062-86A9-7D4C37850884}" destId="{406FC274-F307-4C0C-A959-69CA3FCD834A}" srcOrd="2" destOrd="0" presId="urn:microsoft.com/office/officeart/2018/2/layout/IconVerticalSolidList"/>
    <dgm:cxn modelId="{23D32C43-F6FF-40D0-A35F-D5EAB372C5B1}" type="presParOf" srcId="{406FC274-F307-4C0C-A959-69CA3FCD834A}" destId="{7409AAF2-EF2E-4ADA-A952-30F2E24A5B2E}" srcOrd="0" destOrd="0" presId="urn:microsoft.com/office/officeart/2018/2/layout/IconVerticalSolidList"/>
    <dgm:cxn modelId="{32C11471-D570-487A-A8ED-0FF44B58F1B1}" type="presParOf" srcId="{406FC274-F307-4C0C-A959-69CA3FCD834A}" destId="{45BA7123-15A7-4F5E-BCC3-D810DC0D14EB}" srcOrd="1" destOrd="0" presId="urn:microsoft.com/office/officeart/2018/2/layout/IconVerticalSolidList"/>
    <dgm:cxn modelId="{C7390374-B940-45CE-A2BA-F1517A38C5DE}" type="presParOf" srcId="{406FC274-F307-4C0C-A959-69CA3FCD834A}" destId="{067B6217-E6E3-4707-B960-29FCC62C8C04}" srcOrd="2" destOrd="0" presId="urn:microsoft.com/office/officeart/2018/2/layout/IconVerticalSolidList"/>
    <dgm:cxn modelId="{10FBA646-E090-49EC-B9F9-D35D44591C4F}" type="presParOf" srcId="{406FC274-F307-4C0C-A959-69CA3FCD834A}" destId="{CE7C0A7A-0C07-4CB7-8CD6-A2CEF90D6F73}" srcOrd="3" destOrd="0" presId="urn:microsoft.com/office/officeart/2018/2/layout/IconVerticalSolidList"/>
    <dgm:cxn modelId="{F4BFFDE0-999C-4F1D-8259-1BE6A446644F}" type="presParOf" srcId="{406FC274-F307-4C0C-A959-69CA3FCD834A}" destId="{46482F67-1185-4376-8AFE-33B87C8CF9E5}" srcOrd="4" destOrd="0" presId="urn:microsoft.com/office/officeart/2018/2/layout/IconVerticalSolidList"/>
    <dgm:cxn modelId="{D4067B28-331F-4C70-9138-A149262B9841}" type="presParOf" srcId="{FFB69ECC-FEFF-4062-86A9-7D4C37850884}" destId="{49EF58DA-97EA-4AF8-BB45-B0D919490C06}" srcOrd="3" destOrd="0" presId="urn:microsoft.com/office/officeart/2018/2/layout/IconVerticalSolidList"/>
    <dgm:cxn modelId="{2E5B4AC1-7FFA-4B24-8027-104766971C78}" type="presParOf" srcId="{FFB69ECC-FEFF-4062-86A9-7D4C37850884}" destId="{9DF9B92F-778E-42BB-A1B1-694F17A7EE5F}" srcOrd="4" destOrd="0" presId="urn:microsoft.com/office/officeart/2018/2/layout/IconVerticalSolidList"/>
    <dgm:cxn modelId="{C222AA07-7056-4FDB-9712-8230E7D1F319}" type="presParOf" srcId="{9DF9B92F-778E-42BB-A1B1-694F17A7EE5F}" destId="{6CA150D6-4446-4662-929C-090D7DE0081B}" srcOrd="0" destOrd="0" presId="urn:microsoft.com/office/officeart/2018/2/layout/IconVerticalSolidList"/>
    <dgm:cxn modelId="{9A110E21-D5EC-4C9A-B1FF-E4ED347B3478}" type="presParOf" srcId="{9DF9B92F-778E-42BB-A1B1-694F17A7EE5F}" destId="{85C96D8A-4E31-49A8-A0F4-6AA69646DCEB}" srcOrd="1" destOrd="0" presId="urn:microsoft.com/office/officeart/2018/2/layout/IconVerticalSolidList"/>
    <dgm:cxn modelId="{1D27CAAF-09A5-42C6-8715-DFFEA07CFA50}" type="presParOf" srcId="{9DF9B92F-778E-42BB-A1B1-694F17A7EE5F}" destId="{827EAE32-CFE7-4B15-855D-BFE008211ED2}" srcOrd="2" destOrd="0" presId="urn:microsoft.com/office/officeart/2018/2/layout/IconVerticalSolidList"/>
    <dgm:cxn modelId="{50777DD5-1982-4B84-AC1D-1474A9DDA5AF}" type="presParOf" srcId="{9DF9B92F-778E-42BB-A1B1-694F17A7EE5F}" destId="{1AAAE055-A097-4414-AC12-23A25F580DA5}" srcOrd="3" destOrd="0" presId="urn:microsoft.com/office/officeart/2018/2/layout/IconVerticalSolidList"/>
    <dgm:cxn modelId="{97788CA6-2FE4-4401-94AB-A6D10A86F15F}" type="presParOf" srcId="{FFB69ECC-FEFF-4062-86A9-7D4C37850884}" destId="{CB87A849-A386-4FC3-9A7E-4E923A4A2C1C}" srcOrd="5" destOrd="0" presId="urn:microsoft.com/office/officeart/2018/2/layout/IconVerticalSolidList"/>
    <dgm:cxn modelId="{46389658-FEFD-4761-A7B2-7A3F348651E3}" type="presParOf" srcId="{FFB69ECC-FEFF-4062-86A9-7D4C37850884}" destId="{D3EF5A5D-860E-4942-9626-2EAC101913BB}" srcOrd="6" destOrd="0" presId="urn:microsoft.com/office/officeart/2018/2/layout/IconVerticalSolidList"/>
    <dgm:cxn modelId="{FA645DBF-32ED-433C-90CD-A43FF19E9C67}" type="presParOf" srcId="{D3EF5A5D-860E-4942-9626-2EAC101913BB}" destId="{3508E4BB-8120-44E6-8359-7074D7693D5B}" srcOrd="0" destOrd="0" presId="urn:microsoft.com/office/officeart/2018/2/layout/IconVerticalSolidList"/>
    <dgm:cxn modelId="{2CE5AC95-7255-4D96-A81D-0628BF19915B}" type="presParOf" srcId="{D3EF5A5D-860E-4942-9626-2EAC101913BB}" destId="{EE2E027C-39F1-4C17-8D02-504A5EB78D19}" srcOrd="1" destOrd="0" presId="urn:microsoft.com/office/officeart/2018/2/layout/IconVerticalSolidList"/>
    <dgm:cxn modelId="{0C86F049-9BF4-4443-9CEF-07C52E84DD74}" type="presParOf" srcId="{D3EF5A5D-860E-4942-9626-2EAC101913BB}" destId="{F6E74265-E807-47C3-9F30-3E2EB2B5F84C}" srcOrd="2" destOrd="0" presId="urn:microsoft.com/office/officeart/2018/2/layout/IconVerticalSolidList"/>
    <dgm:cxn modelId="{0F7AABAA-9783-4143-B0EF-9B6FEB3A85E4}" type="presParOf" srcId="{D3EF5A5D-860E-4942-9626-2EAC101913BB}" destId="{648A9759-12D4-4261-AE29-4CEB3F66D9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22511D-28D6-4ED6-B7A4-5481A62C64F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1D0016-4C16-4DA3-9980-D09E4D01B63F}">
      <dgm:prSet/>
      <dgm:spPr/>
      <dgm:t>
        <a:bodyPr/>
        <a:lstStyle/>
        <a:p>
          <a:r>
            <a:rPr lang="en-US" dirty="0"/>
            <a:t>Contributing Databases</a:t>
          </a:r>
        </a:p>
      </dgm:t>
    </dgm:pt>
    <dgm:pt modelId="{8E877D74-E182-4467-B3B2-EF257E8E7B51}" type="parTrans" cxnId="{9DF2A2AA-4F1D-47EE-B3E6-73F218900C92}">
      <dgm:prSet/>
      <dgm:spPr/>
      <dgm:t>
        <a:bodyPr/>
        <a:lstStyle/>
        <a:p>
          <a:endParaRPr lang="en-US"/>
        </a:p>
      </dgm:t>
    </dgm:pt>
    <dgm:pt modelId="{358F6980-D472-43F6-90BF-7EACFC00D058}" type="sibTrans" cxnId="{9DF2A2AA-4F1D-47EE-B3E6-73F218900C92}">
      <dgm:prSet/>
      <dgm:spPr/>
      <dgm:t>
        <a:bodyPr/>
        <a:lstStyle/>
        <a:p>
          <a:endParaRPr lang="en-US"/>
        </a:p>
      </dgm:t>
    </dgm:pt>
    <dgm:pt modelId="{64C5F79C-3015-443A-B6EA-CA8838985A5D}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en-US" dirty="0"/>
            <a:t>LLNL</a:t>
          </a:r>
        </a:p>
      </dgm:t>
    </dgm:pt>
    <dgm:pt modelId="{D3CDB544-EBC8-4226-85C6-77FE589AB7F8}" type="parTrans" cxnId="{60BCF595-BD06-41FE-AE03-8AE5838A9C34}">
      <dgm:prSet/>
      <dgm:spPr/>
      <dgm:t>
        <a:bodyPr/>
        <a:lstStyle/>
        <a:p>
          <a:endParaRPr lang="en-US"/>
        </a:p>
      </dgm:t>
    </dgm:pt>
    <dgm:pt modelId="{FAC90233-8097-448F-94DC-20A682313ED2}" type="sibTrans" cxnId="{60BCF595-BD06-41FE-AE03-8AE5838A9C34}">
      <dgm:prSet/>
      <dgm:spPr/>
      <dgm:t>
        <a:bodyPr/>
        <a:lstStyle/>
        <a:p>
          <a:endParaRPr lang="en-US"/>
        </a:p>
      </dgm:t>
    </dgm:pt>
    <dgm:pt modelId="{1173FBA9-824F-4023-B61A-459E16B8EEAE}">
      <dgm:prSet/>
      <dgm:spPr/>
      <dgm:t>
        <a:bodyPr/>
        <a:lstStyle/>
        <a:p>
          <a:r>
            <a:rPr lang="en-US"/>
            <a:t>PHREEQC</a:t>
          </a:r>
        </a:p>
      </dgm:t>
    </dgm:pt>
    <dgm:pt modelId="{45BDBF25-5C0E-4E66-99E2-7B86869F70E0}" type="parTrans" cxnId="{32851CB3-499A-45E4-A44A-7D5AA4F758AD}">
      <dgm:prSet/>
      <dgm:spPr/>
      <dgm:t>
        <a:bodyPr/>
        <a:lstStyle/>
        <a:p>
          <a:endParaRPr lang="en-US"/>
        </a:p>
      </dgm:t>
    </dgm:pt>
    <dgm:pt modelId="{D15ABDB8-DE29-44E2-BFAB-916A4C9FE5BB}" type="sibTrans" cxnId="{32851CB3-499A-45E4-A44A-7D5AA4F758AD}">
      <dgm:prSet/>
      <dgm:spPr/>
      <dgm:t>
        <a:bodyPr/>
        <a:lstStyle/>
        <a:p>
          <a:endParaRPr lang="en-US"/>
        </a:p>
      </dgm:t>
    </dgm:pt>
    <dgm:pt modelId="{92C4F735-F701-4906-95B3-B82DBDA20525}">
      <dgm:prSet/>
      <dgm:spPr/>
      <dgm:t>
        <a:bodyPr/>
        <a:lstStyle/>
        <a:p>
          <a:r>
            <a:rPr lang="en-US"/>
            <a:t>Minteq.v4</a:t>
          </a:r>
        </a:p>
      </dgm:t>
    </dgm:pt>
    <dgm:pt modelId="{E14DE525-E734-46D5-9DDE-B206FC939BFD}" type="parTrans" cxnId="{BD3A1AFE-715B-4947-B662-1D0A8BB6BD1A}">
      <dgm:prSet/>
      <dgm:spPr/>
      <dgm:t>
        <a:bodyPr/>
        <a:lstStyle/>
        <a:p>
          <a:endParaRPr lang="en-US"/>
        </a:p>
      </dgm:t>
    </dgm:pt>
    <dgm:pt modelId="{E28941B8-2E54-4A67-9618-3F33D25D70ED}" type="sibTrans" cxnId="{BD3A1AFE-715B-4947-B662-1D0A8BB6BD1A}">
      <dgm:prSet/>
      <dgm:spPr/>
      <dgm:t>
        <a:bodyPr/>
        <a:lstStyle/>
        <a:p>
          <a:endParaRPr lang="en-US"/>
        </a:p>
      </dgm:t>
    </dgm:pt>
    <dgm:pt modelId="{C7F0E2D9-B4FD-4A49-BC43-62A49638349C}">
      <dgm:prSet/>
      <dgm:spPr/>
      <dgm:t>
        <a:bodyPr/>
        <a:lstStyle/>
        <a:p>
          <a:r>
            <a:rPr lang="en-US"/>
            <a:t>SIT</a:t>
          </a:r>
        </a:p>
      </dgm:t>
    </dgm:pt>
    <dgm:pt modelId="{26F0F9C9-8523-42D0-B385-F7F1E331A5D4}" type="parTrans" cxnId="{8A4476D8-77B0-4700-87D9-152CD9423A92}">
      <dgm:prSet/>
      <dgm:spPr/>
      <dgm:t>
        <a:bodyPr/>
        <a:lstStyle/>
        <a:p>
          <a:endParaRPr lang="en-US"/>
        </a:p>
      </dgm:t>
    </dgm:pt>
    <dgm:pt modelId="{AD9F1682-B36E-479A-995B-FC3811E01A6E}" type="sibTrans" cxnId="{8A4476D8-77B0-4700-87D9-152CD9423A92}">
      <dgm:prSet/>
      <dgm:spPr/>
      <dgm:t>
        <a:bodyPr/>
        <a:lstStyle/>
        <a:p>
          <a:endParaRPr lang="en-US"/>
        </a:p>
      </dgm:t>
    </dgm:pt>
    <dgm:pt modelId="{69F077FB-1D8D-47B1-85D4-F0D390197C55}">
      <dgm:prSet/>
      <dgm:spPr/>
      <dgm:t>
        <a:bodyPr/>
        <a:lstStyle/>
        <a:p>
          <a:r>
            <a:rPr lang="en-US" dirty="0"/>
            <a:t>Databases with no unique entries</a:t>
          </a:r>
        </a:p>
      </dgm:t>
    </dgm:pt>
    <dgm:pt modelId="{7FEB4B36-95AD-4E0E-91B8-A44FBCDA2057}" type="parTrans" cxnId="{71EBDECE-380C-499A-82B4-8D8E723390CA}">
      <dgm:prSet/>
      <dgm:spPr/>
      <dgm:t>
        <a:bodyPr/>
        <a:lstStyle/>
        <a:p>
          <a:endParaRPr lang="en-US"/>
        </a:p>
      </dgm:t>
    </dgm:pt>
    <dgm:pt modelId="{B4C9A5B6-779A-42A4-A1D6-B86EC028DD4F}" type="sibTrans" cxnId="{71EBDECE-380C-499A-82B4-8D8E723390CA}">
      <dgm:prSet/>
      <dgm:spPr/>
      <dgm:t>
        <a:bodyPr/>
        <a:lstStyle/>
        <a:p>
          <a:endParaRPr lang="en-US"/>
        </a:p>
      </dgm:t>
    </dgm:pt>
    <dgm:pt modelId="{6943091D-16DA-44FC-B1C4-BCC0B8FDAA79}">
      <dgm:prSet/>
      <dgm:spPr/>
      <dgm:t>
        <a:bodyPr/>
        <a:lstStyle/>
        <a:p>
          <a:r>
            <a:rPr lang="en-GB"/>
            <a:t>Pitzer</a:t>
          </a:r>
          <a:endParaRPr lang="en-US"/>
        </a:p>
      </dgm:t>
    </dgm:pt>
    <dgm:pt modelId="{07F8392D-57B7-4272-9D19-58AD8AE26629}" type="parTrans" cxnId="{F4295BCE-37C0-4BD1-8094-8681DCCCF630}">
      <dgm:prSet/>
      <dgm:spPr/>
      <dgm:t>
        <a:bodyPr/>
        <a:lstStyle/>
        <a:p>
          <a:endParaRPr lang="en-US"/>
        </a:p>
      </dgm:t>
    </dgm:pt>
    <dgm:pt modelId="{B53A606D-0228-462F-AB37-041914C54A9D}" type="sibTrans" cxnId="{F4295BCE-37C0-4BD1-8094-8681DCCCF630}">
      <dgm:prSet/>
      <dgm:spPr/>
      <dgm:t>
        <a:bodyPr/>
        <a:lstStyle/>
        <a:p>
          <a:endParaRPr lang="en-US"/>
        </a:p>
      </dgm:t>
    </dgm:pt>
    <dgm:pt modelId="{FD750725-24D6-46B9-AE2C-03ABAE593BAA}">
      <dgm:prSet/>
      <dgm:spPr/>
      <dgm:t>
        <a:bodyPr/>
        <a:lstStyle/>
        <a:p>
          <a:r>
            <a:rPr lang="en-GB"/>
            <a:t>Tipping Hurley</a:t>
          </a:r>
          <a:endParaRPr lang="en-US"/>
        </a:p>
      </dgm:t>
    </dgm:pt>
    <dgm:pt modelId="{D7304688-3B33-4394-80C5-9C2247B0AB7D}" type="parTrans" cxnId="{863CD8FB-978F-498A-B7DE-8D080F56FF19}">
      <dgm:prSet/>
      <dgm:spPr/>
      <dgm:t>
        <a:bodyPr/>
        <a:lstStyle/>
        <a:p>
          <a:endParaRPr lang="en-US"/>
        </a:p>
      </dgm:t>
    </dgm:pt>
    <dgm:pt modelId="{11D872B9-84F8-4FCC-AB04-66817C164BD8}" type="sibTrans" cxnId="{863CD8FB-978F-498A-B7DE-8D080F56FF19}">
      <dgm:prSet/>
      <dgm:spPr/>
      <dgm:t>
        <a:bodyPr/>
        <a:lstStyle/>
        <a:p>
          <a:endParaRPr lang="en-US"/>
        </a:p>
      </dgm:t>
    </dgm:pt>
    <dgm:pt modelId="{2AA9DF08-B7CA-43A7-8143-EC0B095E269E}" type="pres">
      <dgm:prSet presAssocID="{1422511D-28D6-4ED6-B7A4-5481A62C64F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0A2C6A-0BA5-4218-A44D-856F3CE1D477}" type="pres">
      <dgm:prSet presAssocID="{781D0016-4C16-4DA3-9980-D09E4D01B63F}" presName="hierRoot1" presStyleCnt="0"/>
      <dgm:spPr/>
    </dgm:pt>
    <dgm:pt modelId="{D1DE1687-7447-4439-88B7-06F69C698DF0}" type="pres">
      <dgm:prSet presAssocID="{781D0016-4C16-4DA3-9980-D09E4D01B63F}" presName="composite" presStyleCnt="0"/>
      <dgm:spPr/>
    </dgm:pt>
    <dgm:pt modelId="{666B5BEA-EFDA-45D9-8130-3BD7CCB139EA}" type="pres">
      <dgm:prSet presAssocID="{781D0016-4C16-4DA3-9980-D09E4D01B63F}" presName="background" presStyleLbl="node0" presStyleIdx="0" presStyleCnt="2"/>
      <dgm:spPr/>
    </dgm:pt>
    <dgm:pt modelId="{2FA7855E-4CE6-4FD0-ACBF-CF1B8E38A0BE}" type="pres">
      <dgm:prSet presAssocID="{781D0016-4C16-4DA3-9980-D09E4D01B63F}" presName="text" presStyleLbl="fgAcc0" presStyleIdx="0" presStyleCnt="2">
        <dgm:presLayoutVars>
          <dgm:chPref val="3"/>
        </dgm:presLayoutVars>
      </dgm:prSet>
      <dgm:spPr/>
    </dgm:pt>
    <dgm:pt modelId="{F1E00D1C-1B17-4A74-B8D1-00B2BAE7DD37}" type="pres">
      <dgm:prSet presAssocID="{781D0016-4C16-4DA3-9980-D09E4D01B63F}" presName="hierChild2" presStyleCnt="0"/>
      <dgm:spPr/>
    </dgm:pt>
    <dgm:pt modelId="{BEC016A7-4A16-4F6B-9D43-86FA9013BE83}" type="pres">
      <dgm:prSet presAssocID="{D3CDB544-EBC8-4226-85C6-77FE589AB7F8}" presName="Name10" presStyleLbl="parChTrans1D2" presStyleIdx="0" presStyleCnt="6"/>
      <dgm:spPr/>
    </dgm:pt>
    <dgm:pt modelId="{63B94A53-3E4E-4817-A646-D0CD7394C662}" type="pres">
      <dgm:prSet presAssocID="{64C5F79C-3015-443A-B6EA-CA8838985A5D}" presName="hierRoot2" presStyleCnt="0"/>
      <dgm:spPr/>
    </dgm:pt>
    <dgm:pt modelId="{376BC596-26F6-42F1-9E0B-6744566CF717}" type="pres">
      <dgm:prSet presAssocID="{64C5F79C-3015-443A-B6EA-CA8838985A5D}" presName="composite2" presStyleCnt="0"/>
      <dgm:spPr/>
    </dgm:pt>
    <dgm:pt modelId="{A2FD2341-0A50-4645-962F-106EB1AC24D3}" type="pres">
      <dgm:prSet presAssocID="{64C5F79C-3015-443A-B6EA-CA8838985A5D}" presName="background2" presStyleLbl="node2" presStyleIdx="0" presStyleCnt="6"/>
      <dgm:spPr>
        <a:solidFill>
          <a:srgbClr val="0070C0"/>
        </a:solidFill>
      </dgm:spPr>
    </dgm:pt>
    <dgm:pt modelId="{221C0759-E737-4FC0-BCD0-ACFCD3F2A23C}" type="pres">
      <dgm:prSet presAssocID="{64C5F79C-3015-443A-B6EA-CA8838985A5D}" presName="text2" presStyleLbl="fgAcc2" presStyleIdx="0" presStyleCnt="6">
        <dgm:presLayoutVars>
          <dgm:chPref val="3"/>
        </dgm:presLayoutVars>
      </dgm:prSet>
      <dgm:spPr/>
    </dgm:pt>
    <dgm:pt modelId="{BE48BD4F-AAA8-45E8-84ED-8556D4858879}" type="pres">
      <dgm:prSet presAssocID="{64C5F79C-3015-443A-B6EA-CA8838985A5D}" presName="hierChild3" presStyleCnt="0"/>
      <dgm:spPr/>
    </dgm:pt>
    <dgm:pt modelId="{06996017-80BA-4EB3-A51F-98717F99BF69}" type="pres">
      <dgm:prSet presAssocID="{45BDBF25-5C0E-4E66-99E2-7B86869F70E0}" presName="Name10" presStyleLbl="parChTrans1D2" presStyleIdx="1" presStyleCnt="6"/>
      <dgm:spPr/>
    </dgm:pt>
    <dgm:pt modelId="{7608A3EC-E19B-4F81-B8C7-5E6BD0E23145}" type="pres">
      <dgm:prSet presAssocID="{1173FBA9-824F-4023-B61A-459E16B8EEAE}" presName="hierRoot2" presStyleCnt="0"/>
      <dgm:spPr/>
    </dgm:pt>
    <dgm:pt modelId="{214D4BCC-9AC4-4DF5-A83D-0B67C002151D}" type="pres">
      <dgm:prSet presAssocID="{1173FBA9-824F-4023-B61A-459E16B8EEAE}" presName="composite2" presStyleCnt="0"/>
      <dgm:spPr/>
    </dgm:pt>
    <dgm:pt modelId="{D7D52810-3241-442B-9DC7-490C9FBA9428}" type="pres">
      <dgm:prSet presAssocID="{1173FBA9-824F-4023-B61A-459E16B8EEAE}" presName="background2" presStyleLbl="node2" presStyleIdx="1" presStyleCnt="6"/>
      <dgm:spPr/>
    </dgm:pt>
    <dgm:pt modelId="{C2EC9E10-1E9D-4E6D-8D5E-53D9574ADB1B}" type="pres">
      <dgm:prSet presAssocID="{1173FBA9-824F-4023-B61A-459E16B8EEAE}" presName="text2" presStyleLbl="fgAcc2" presStyleIdx="1" presStyleCnt="6">
        <dgm:presLayoutVars>
          <dgm:chPref val="3"/>
        </dgm:presLayoutVars>
      </dgm:prSet>
      <dgm:spPr/>
    </dgm:pt>
    <dgm:pt modelId="{1EDCC9E8-E263-4FD1-B563-A87985296B9E}" type="pres">
      <dgm:prSet presAssocID="{1173FBA9-824F-4023-B61A-459E16B8EEAE}" presName="hierChild3" presStyleCnt="0"/>
      <dgm:spPr/>
    </dgm:pt>
    <dgm:pt modelId="{4BAA5659-3492-4254-90C4-8F54E9E0A15E}" type="pres">
      <dgm:prSet presAssocID="{E14DE525-E734-46D5-9DDE-B206FC939BFD}" presName="Name10" presStyleLbl="parChTrans1D2" presStyleIdx="2" presStyleCnt="6"/>
      <dgm:spPr/>
    </dgm:pt>
    <dgm:pt modelId="{BDBD90BB-309E-4750-BCBA-37B27E72F0E7}" type="pres">
      <dgm:prSet presAssocID="{92C4F735-F701-4906-95B3-B82DBDA20525}" presName="hierRoot2" presStyleCnt="0"/>
      <dgm:spPr/>
    </dgm:pt>
    <dgm:pt modelId="{29B4E022-EDAB-462B-9643-83DBA5DC4229}" type="pres">
      <dgm:prSet presAssocID="{92C4F735-F701-4906-95B3-B82DBDA20525}" presName="composite2" presStyleCnt="0"/>
      <dgm:spPr/>
    </dgm:pt>
    <dgm:pt modelId="{4A48A124-6DD9-4BFE-8C17-B44E2CDB0585}" type="pres">
      <dgm:prSet presAssocID="{92C4F735-F701-4906-95B3-B82DBDA20525}" presName="background2" presStyleLbl="node2" presStyleIdx="2" presStyleCnt="6"/>
      <dgm:spPr/>
    </dgm:pt>
    <dgm:pt modelId="{D929ABB8-8101-4422-9766-42FB31F08A97}" type="pres">
      <dgm:prSet presAssocID="{92C4F735-F701-4906-95B3-B82DBDA20525}" presName="text2" presStyleLbl="fgAcc2" presStyleIdx="2" presStyleCnt="6">
        <dgm:presLayoutVars>
          <dgm:chPref val="3"/>
        </dgm:presLayoutVars>
      </dgm:prSet>
      <dgm:spPr/>
    </dgm:pt>
    <dgm:pt modelId="{C077548E-D4DC-4284-8194-94ABCB3467E8}" type="pres">
      <dgm:prSet presAssocID="{92C4F735-F701-4906-95B3-B82DBDA20525}" presName="hierChild3" presStyleCnt="0"/>
      <dgm:spPr/>
    </dgm:pt>
    <dgm:pt modelId="{54A6EF09-0B3B-4F1E-A71D-4642167DFE03}" type="pres">
      <dgm:prSet presAssocID="{26F0F9C9-8523-42D0-B385-F7F1E331A5D4}" presName="Name10" presStyleLbl="parChTrans1D2" presStyleIdx="3" presStyleCnt="6"/>
      <dgm:spPr/>
    </dgm:pt>
    <dgm:pt modelId="{108C973A-9A8C-4C7C-B8DC-733E095D40E7}" type="pres">
      <dgm:prSet presAssocID="{C7F0E2D9-B4FD-4A49-BC43-62A49638349C}" presName="hierRoot2" presStyleCnt="0"/>
      <dgm:spPr/>
    </dgm:pt>
    <dgm:pt modelId="{93624976-0A86-455A-972E-395988C77EAC}" type="pres">
      <dgm:prSet presAssocID="{C7F0E2D9-B4FD-4A49-BC43-62A49638349C}" presName="composite2" presStyleCnt="0"/>
      <dgm:spPr/>
    </dgm:pt>
    <dgm:pt modelId="{5795A2FF-17E9-406E-9B56-0291D80697E6}" type="pres">
      <dgm:prSet presAssocID="{C7F0E2D9-B4FD-4A49-BC43-62A49638349C}" presName="background2" presStyleLbl="node2" presStyleIdx="3" presStyleCnt="6"/>
      <dgm:spPr/>
    </dgm:pt>
    <dgm:pt modelId="{518D890F-F372-4EBC-8887-8CA131E5E26A}" type="pres">
      <dgm:prSet presAssocID="{C7F0E2D9-B4FD-4A49-BC43-62A49638349C}" presName="text2" presStyleLbl="fgAcc2" presStyleIdx="3" presStyleCnt="6">
        <dgm:presLayoutVars>
          <dgm:chPref val="3"/>
        </dgm:presLayoutVars>
      </dgm:prSet>
      <dgm:spPr/>
    </dgm:pt>
    <dgm:pt modelId="{F3CDC01C-0FFB-455D-9F29-02E774D1CD67}" type="pres">
      <dgm:prSet presAssocID="{C7F0E2D9-B4FD-4A49-BC43-62A49638349C}" presName="hierChild3" presStyleCnt="0"/>
      <dgm:spPr/>
    </dgm:pt>
    <dgm:pt modelId="{55209266-793B-4055-9CCE-71D7114AEEA5}" type="pres">
      <dgm:prSet presAssocID="{69F077FB-1D8D-47B1-85D4-F0D390197C55}" presName="hierRoot1" presStyleCnt="0"/>
      <dgm:spPr/>
    </dgm:pt>
    <dgm:pt modelId="{CCBB17B8-2BB2-4CA5-B40E-1E5B8A341B67}" type="pres">
      <dgm:prSet presAssocID="{69F077FB-1D8D-47B1-85D4-F0D390197C55}" presName="composite" presStyleCnt="0"/>
      <dgm:spPr/>
    </dgm:pt>
    <dgm:pt modelId="{144662C2-41B5-409B-B6A5-13DE850C493A}" type="pres">
      <dgm:prSet presAssocID="{69F077FB-1D8D-47B1-85D4-F0D390197C55}" presName="background" presStyleLbl="node0" presStyleIdx="1" presStyleCnt="2"/>
      <dgm:spPr/>
    </dgm:pt>
    <dgm:pt modelId="{71856ED2-AB34-4B82-A88E-E4CAE5D9B84D}" type="pres">
      <dgm:prSet presAssocID="{69F077FB-1D8D-47B1-85D4-F0D390197C55}" presName="text" presStyleLbl="fgAcc0" presStyleIdx="1" presStyleCnt="2">
        <dgm:presLayoutVars>
          <dgm:chPref val="3"/>
        </dgm:presLayoutVars>
      </dgm:prSet>
      <dgm:spPr/>
    </dgm:pt>
    <dgm:pt modelId="{D13B5356-7493-44E4-9EB0-BA8A0F96CE1C}" type="pres">
      <dgm:prSet presAssocID="{69F077FB-1D8D-47B1-85D4-F0D390197C55}" presName="hierChild2" presStyleCnt="0"/>
      <dgm:spPr/>
    </dgm:pt>
    <dgm:pt modelId="{9045D52F-8DEB-4301-B331-53D02892F6E3}" type="pres">
      <dgm:prSet presAssocID="{07F8392D-57B7-4272-9D19-58AD8AE26629}" presName="Name10" presStyleLbl="parChTrans1D2" presStyleIdx="4" presStyleCnt="6"/>
      <dgm:spPr/>
    </dgm:pt>
    <dgm:pt modelId="{4AAD0AAD-74F5-41FA-911A-F53FB8741C14}" type="pres">
      <dgm:prSet presAssocID="{6943091D-16DA-44FC-B1C4-BCC0B8FDAA79}" presName="hierRoot2" presStyleCnt="0"/>
      <dgm:spPr/>
    </dgm:pt>
    <dgm:pt modelId="{DFA449A5-EF1F-4D15-AA64-519EBB1FF1BC}" type="pres">
      <dgm:prSet presAssocID="{6943091D-16DA-44FC-B1C4-BCC0B8FDAA79}" presName="composite2" presStyleCnt="0"/>
      <dgm:spPr/>
    </dgm:pt>
    <dgm:pt modelId="{5A7871CE-0915-442B-B4CB-77CD2E83C9C7}" type="pres">
      <dgm:prSet presAssocID="{6943091D-16DA-44FC-B1C4-BCC0B8FDAA79}" presName="background2" presStyleLbl="node2" presStyleIdx="4" presStyleCnt="6"/>
      <dgm:spPr/>
    </dgm:pt>
    <dgm:pt modelId="{5750FAD5-2B3E-4398-9F7C-72B5BA8C76D4}" type="pres">
      <dgm:prSet presAssocID="{6943091D-16DA-44FC-B1C4-BCC0B8FDAA79}" presName="text2" presStyleLbl="fgAcc2" presStyleIdx="4" presStyleCnt="6">
        <dgm:presLayoutVars>
          <dgm:chPref val="3"/>
        </dgm:presLayoutVars>
      </dgm:prSet>
      <dgm:spPr/>
    </dgm:pt>
    <dgm:pt modelId="{E394BAE5-9455-4842-8BC8-9586FB1A1D4A}" type="pres">
      <dgm:prSet presAssocID="{6943091D-16DA-44FC-B1C4-BCC0B8FDAA79}" presName="hierChild3" presStyleCnt="0"/>
      <dgm:spPr/>
    </dgm:pt>
    <dgm:pt modelId="{2428BD00-9400-48CF-A8F6-BB843E446F66}" type="pres">
      <dgm:prSet presAssocID="{D7304688-3B33-4394-80C5-9C2247B0AB7D}" presName="Name10" presStyleLbl="parChTrans1D2" presStyleIdx="5" presStyleCnt="6"/>
      <dgm:spPr/>
    </dgm:pt>
    <dgm:pt modelId="{36188CD2-6773-4612-B973-163C5993B301}" type="pres">
      <dgm:prSet presAssocID="{FD750725-24D6-46B9-AE2C-03ABAE593BAA}" presName="hierRoot2" presStyleCnt="0"/>
      <dgm:spPr/>
    </dgm:pt>
    <dgm:pt modelId="{BFC115E5-DF9F-4380-B6E1-932641E6E89C}" type="pres">
      <dgm:prSet presAssocID="{FD750725-24D6-46B9-AE2C-03ABAE593BAA}" presName="composite2" presStyleCnt="0"/>
      <dgm:spPr/>
    </dgm:pt>
    <dgm:pt modelId="{F598F5C0-AA6F-4F62-AD77-0DC317885F86}" type="pres">
      <dgm:prSet presAssocID="{FD750725-24D6-46B9-AE2C-03ABAE593BAA}" presName="background2" presStyleLbl="node2" presStyleIdx="5" presStyleCnt="6"/>
      <dgm:spPr/>
    </dgm:pt>
    <dgm:pt modelId="{48545364-F7FC-41E1-B60B-C72A91EC201C}" type="pres">
      <dgm:prSet presAssocID="{FD750725-24D6-46B9-AE2C-03ABAE593BAA}" presName="text2" presStyleLbl="fgAcc2" presStyleIdx="5" presStyleCnt="6">
        <dgm:presLayoutVars>
          <dgm:chPref val="3"/>
        </dgm:presLayoutVars>
      </dgm:prSet>
      <dgm:spPr/>
    </dgm:pt>
    <dgm:pt modelId="{402119E5-84E9-4893-AC38-D748C738B57F}" type="pres">
      <dgm:prSet presAssocID="{FD750725-24D6-46B9-AE2C-03ABAE593BAA}" presName="hierChild3" presStyleCnt="0"/>
      <dgm:spPr/>
    </dgm:pt>
  </dgm:ptLst>
  <dgm:cxnLst>
    <dgm:cxn modelId="{6D6C5E07-8DDA-4E0A-AF11-81549AEFC159}" type="presOf" srcId="{45BDBF25-5C0E-4E66-99E2-7B86869F70E0}" destId="{06996017-80BA-4EB3-A51F-98717F99BF69}" srcOrd="0" destOrd="0" presId="urn:microsoft.com/office/officeart/2005/8/layout/hierarchy1"/>
    <dgm:cxn modelId="{B7E5DA5F-CDF3-4EFB-9DF1-EE5A9B0698AC}" type="presOf" srcId="{C7F0E2D9-B4FD-4A49-BC43-62A49638349C}" destId="{518D890F-F372-4EBC-8887-8CA131E5E26A}" srcOrd="0" destOrd="0" presId="urn:microsoft.com/office/officeart/2005/8/layout/hierarchy1"/>
    <dgm:cxn modelId="{27820768-892D-444A-8834-AAFA9BBA33BC}" type="presOf" srcId="{FD750725-24D6-46B9-AE2C-03ABAE593BAA}" destId="{48545364-F7FC-41E1-B60B-C72A91EC201C}" srcOrd="0" destOrd="0" presId="urn:microsoft.com/office/officeart/2005/8/layout/hierarchy1"/>
    <dgm:cxn modelId="{B9CC8D72-DE9D-4437-ADE2-65CB3E0F3FA0}" type="presOf" srcId="{D3CDB544-EBC8-4226-85C6-77FE589AB7F8}" destId="{BEC016A7-4A16-4F6B-9D43-86FA9013BE83}" srcOrd="0" destOrd="0" presId="urn:microsoft.com/office/officeart/2005/8/layout/hierarchy1"/>
    <dgm:cxn modelId="{809F5F54-399B-4BEA-A6EA-C646C2E1AB3F}" type="presOf" srcId="{D7304688-3B33-4394-80C5-9C2247B0AB7D}" destId="{2428BD00-9400-48CF-A8F6-BB843E446F66}" srcOrd="0" destOrd="0" presId="urn:microsoft.com/office/officeart/2005/8/layout/hierarchy1"/>
    <dgm:cxn modelId="{14BB3C89-B9C3-4A33-BDEB-45F829ABACB6}" type="presOf" srcId="{6943091D-16DA-44FC-B1C4-BCC0B8FDAA79}" destId="{5750FAD5-2B3E-4398-9F7C-72B5BA8C76D4}" srcOrd="0" destOrd="0" presId="urn:microsoft.com/office/officeart/2005/8/layout/hierarchy1"/>
    <dgm:cxn modelId="{60BCF595-BD06-41FE-AE03-8AE5838A9C34}" srcId="{781D0016-4C16-4DA3-9980-D09E4D01B63F}" destId="{64C5F79C-3015-443A-B6EA-CA8838985A5D}" srcOrd="0" destOrd="0" parTransId="{D3CDB544-EBC8-4226-85C6-77FE589AB7F8}" sibTransId="{FAC90233-8097-448F-94DC-20A682313ED2}"/>
    <dgm:cxn modelId="{9DF2A2AA-4F1D-47EE-B3E6-73F218900C92}" srcId="{1422511D-28D6-4ED6-B7A4-5481A62C64F9}" destId="{781D0016-4C16-4DA3-9980-D09E4D01B63F}" srcOrd="0" destOrd="0" parTransId="{8E877D74-E182-4467-B3B2-EF257E8E7B51}" sibTransId="{358F6980-D472-43F6-90BF-7EACFC00D058}"/>
    <dgm:cxn modelId="{32851CB3-499A-45E4-A44A-7D5AA4F758AD}" srcId="{781D0016-4C16-4DA3-9980-D09E4D01B63F}" destId="{1173FBA9-824F-4023-B61A-459E16B8EEAE}" srcOrd="1" destOrd="0" parTransId="{45BDBF25-5C0E-4E66-99E2-7B86869F70E0}" sibTransId="{D15ABDB8-DE29-44E2-BFAB-916A4C9FE5BB}"/>
    <dgm:cxn modelId="{8946D7BF-81A7-41C0-8A21-52F94815B9E9}" type="presOf" srcId="{26F0F9C9-8523-42D0-B385-F7F1E331A5D4}" destId="{54A6EF09-0B3B-4F1E-A71D-4642167DFE03}" srcOrd="0" destOrd="0" presId="urn:microsoft.com/office/officeart/2005/8/layout/hierarchy1"/>
    <dgm:cxn modelId="{224C45C5-B8CE-463D-9729-B470745E21C7}" type="presOf" srcId="{1422511D-28D6-4ED6-B7A4-5481A62C64F9}" destId="{2AA9DF08-B7CA-43A7-8143-EC0B095E269E}" srcOrd="0" destOrd="0" presId="urn:microsoft.com/office/officeart/2005/8/layout/hierarchy1"/>
    <dgm:cxn modelId="{1112D7C9-614E-453C-9B85-5F514BA7163D}" type="presOf" srcId="{69F077FB-1D8D-47B1-85D4-F0D390197C55}" destId="{71856ED2-AB34-4B82-A88E-E4CAE5D9B84D}" srcOrd="0" destOrd="0" presId="urn:microsoft.com/office/officeart/2005/8/layout/hierarchy1"/>
    <dgm:cxn modelId="{F4295BCE-37C0-4BD1-8094-8681DCCCF630}" srcId="{69F077FB-1D8D-47B1-85D4-F0D390197C55}" destId="{6943091D-16DA-44FC-B1C4-BCC0B8FDAA79}" srcOrd="0" destOrd="0" parTransId="{07F8392D-57B7-4272-9D19-58AD8AE26629}" sibTransId="{B53A606D-0228-462F-AB37-041914C54A9D}"/>
    <dgm:cxn modelId="{71EBDECE-380C-499A-82B4-8D8E723390CA}" srcId="{1422511D-28D6-4ED6-B7A4-5481A62C64F9}" destId="{69F077FB-1D8D-47B1-85D4-F0D390197C55}" srcOrd="1" destOrd="0" parTransId="{7FEB4B36-95AD-4E0E-91B8-A44FBCDA2057}" sibTransId="{B4C9A5B6-779A-42A4-A1D6-B86EC028DD4F}"/>
    <dgm:cxn modelId="{4961ECD3-4CEB-4130-B0D0-9B8468D0F9F3}" type="presOf" srcId="{07F8392D-57B7-4272-9D19-58AD8AE26629}" destId="{9045D52F-8DEB-4301-B331-53D02892F6E3}" srcOrd="0" destOrd="0" presId="urn:microsoft.com/office/officeart/2005/8/layout/hierarchy1"/>
    <dgm:cxn modelId="{396631D5-D050-45EC-84A8-0F36D70535DD}" type="presOf" srcId="{64C5F79C-3015-443A-B6EA-CA8838985A5D}" destId="{221C0759-E737-4FC0-BCD0-ACFCD3F2A23C}" srcOrd="0" destOrd="0" presId="urn:microsoft.com/office/officeart/2005/8/layout/hierarchy1"/>
    <dgm:cxn modelId="{8A4476D8-77B0-4700-87D9-152CD9423A92}" srcId="{781D0016-4C16-4DA3-9980-D09E4D01B63F}" destId="{C7F0E2D9-B4FD-4A49-BC43-62A49638349C}" srcOrd="3" destOrd="0" parTransId="{26F0F9C9-8523-42D0-B385-F7F1E331A5D4}" sibTransId="{AD9F1682-B36E-479A-995B-FC3811E01A6E}"/>
    <dgm:cxn modelId="{78AC0BDD-A71D-4F8F-8CFD-B1BC45A2356C}" type="presOf" srcId="{1173FBA9-824F-4023-B61A-459E16B8EEAE}" destId="{C2EC9E10-1E9D-4E6D-8D5E-53D9574ADB1B}" srcOrd="0" destOrd="0" presId="urn:microsoft.com/office/officeart/2005/8/layout/hierarchy1"/>
    <dgm:cxn modelId="{31D1E6DE-4FF4-4635-828A-1B61CF525C86}" type="presOf" srcId="{92C4F735-F701-4906-95B3-B82DBDA20525}" destId="{D929ABB8-8101-4422-9766-42FB31F08A97}" srcOrd="0" destOrd="0" presId="urn:microsoft.com/office/officeart/2005/8/layout/hierarchy1"/>
    <dgm:cxn modelId="{62FD87EA-B43B-4D4C-AADB-669F7A4F5754}" type="presOf" srcId="{781D0016-4C16-4DA3-9980-D09E4D01B63F}" destId="{2FA7855E-4CE6-4FD0-ACBF-CF1B8E38A0BE}" srcOrd="0" destOrd="0" presId="urn:microsoft.com/office/officeart/2005/8/layout/hierarchy1"/>
    <dgm:cxn modelId="{F1871BF8-BEDF-4C91-B643-A97950D0B04B}" type="presOf" srcId="{E14DE525-E734-46D5-9DDE-B206FC939BFD}" destId="{4BAA5659-3492-4254-90C4-8F54E9E0A15E}" srcOrd="0" destOrd="0" presId="urn:microsoft.com/office/officeart/2005/8/layout/hierarchy1"/>
    <dgm:cxn modelId="{863CD8FB-978F-498A-B7DE-8D080F56FF19}" srcId="{69F077FB-1D8D-47B1-85D4-F0D390197C55}" destId="{FD750725-24D6-46B9-AE2C-03ABAE593BAA}" srcOrd="1" destOrd="0" parTransId="{D7304688-3B33-4394-80C5-9C2247B0AB7D}" sibTransId="{11D872B9-84F8-4FCC-AB04-66817C164BD8}"/>
    <dgm:cxn modelId="{BD3A1AFE-715B-4947-B662-1D0A8BB6BD1A}" srcId="{781D0016-4C16-4DA3-9980-D09E4D01B63F}" destId="{92C4F735-F701-4906-95B3-B82DBDA20525}" srcOrd="2" destOrd="0" parTransId="{E14DE525-E734-46D5-9DDE-B206FC939BFD}" sibTransId="{E28941B8-2E54-4A67-9618-3F33D25D70ED}"/>
    <dgm:cxn modelId="{D4182BC6-5D1B-42BF-A8B7-A247E893B6FA}" type="presParOf" srcId="{2AA9DF08-B7CA-43A7-8143-EC0B095E269E}" destId="{6F0A2C6A-0BA5-4218-A44D-856F3CE1D477}" srcOrd="0" destOrd="0" presId="urn:microsoft.com/office/officeart/2005/8/layout/hierarchy1"/>
    <dgm:cxn modelId="{1C11C398-0BD9-4B32-9552-0F60020BEDA9}" type="presParOf" srcId="{6F0A2C6A-0BA5-4218-A44D-856F3CE1D477}" destId="{D1DE1687-7447-4439-88B7-06F69C698DF0}" srcOrd="0" destOrd="0" presId="urn:microsoft.com/office/officeart/2005/8/layout/hierarchy1"/>
    <dgm:cxn modelId="{580844CE-A263-4621-823D-4B674ED4E822}" type="presParOf" srcId="{D1DE1687-7447-4439-88B7-06F69C698DF0}" destId="{666B5BEA-EFDA-45D9-8130-3BD7CCB139EA}" srcOrd="0" destOrd="0" presId="urn:microsoft.com/office/officeart/2005/8/layout/hierarchy1"/>
    <dgm:cxn modelId="{BB1857D7-B09B-4AAE-ACF1-0A57FC321765}" type="presParOf" srcId="{D1DE1687-7447-4439-88B7-06F69C698DF0}" destId="{2FA7855E-4CE6-4FD0-ACBF-CF1B8E38A0BE}" srcOrd="1" destOrd="0" presId="urn:microsoft.com/office/officeart/2005/8/layout/hierarchy1"/>
    <dgm:cxn modelId="{97888669-88A5-4C87-900C-FE86C7FE7CAA}" type="presParOf" srcId="{6F0A2C6A-0BA5-4218-A44D-856F3CE1D477}" destId="{F1E00D1C-1B17-4A74-B8D1-00B2BAE7DD37}" srcOrd="1" destOrd="0" presId="urn:microsoft.com/office/officeart/2005/8/layout/hierarchy1"/>
    <dgm:cxn modelId="{95E1FCA0-359E-4A42-8760-92E545C13474}" type="presParOf" srcId="{F1E00D1C-1B17-4A74-B8D1-00B2BAE7DD37}" destId="{BEC016A7-4A16-4F6B-9D43-86FA9013BE83}" srcOrd="0" destOrd="0" presId="urn:microsoft.com/office/officeart/2005/8/layout/hierarchy1"/>
    <dgm:cxn modelId="{5BDE5988-86CB-4DCA-B746-BD5BC807EC23}" type="presParOf" srcId="{F1E00D1C-1B17-4A74-B8D1-00B2BAE7DD37}" destId="{63B94A53-3E4E-4817-A646-D0CD7394C662}" srcOrd="1" destOrd="0" presId="urn:microsoft.com/office/officeart/2005/8/layout/hierarchy1"/>
    <dgm:cxn modelId="{E6E83526-1E95-463F-AAB0-D53C1B58BD8C}" type="presParOf" srcId="{63B94A53-3E4E-4817-A646-D0CD7394C662}" destId="{376BC596-26F6-42F1-9E0B-6744566CF717}" srcOrd="0" destOrd="0" presId="urn:microsoft.com/office/officeart/2005/8/layout/hierarchy1"/>
    <dgm:cxn modelId="{E5AF34E1-C677-48A6-9234-827969AAB4C2}" type="presParOf" srcId="{376BC596-26F6-42F1-9E0B-6744566CF717}" destId="{A2FD2341-0A50-4645-962F-106EB1AC24D3}" srcOrd="0" destOrd="0" presId="urn:microsoft.com/office/officeart/2005/8/layout/hierarchy1"/>
    <dgm:cxn modelId="{8A404FC4-1960-4FF1-8B25-391B2C4345A0}" type="presParOf" srcId="{376BC596-26F6-42F1-9E0B-6744566CF717}" destId="{221C0759-E737-4FC0-BCD0-ACFCD3F2A23C}" srcOrd="1" destOrd="0" presId="urn:microsoft.com/office/officeart/2005/8/layout/hierarchy1"/>
    <dgm:cxn modelId="{5D0AE571-2B8B-4B24-8ED2-07084BB9168D}" type="presParOf" srcId="{63B94A53-3E4E-4817-A646-D0CD7394C662}" destId="{BE48BD4F-AAA8-45E8-84ED-8556D4858879}" srcOrd="1" destOrd="0" presId="urn:microsoft.com/office/officeart/2005/8/layout/hierarchy1"/>
    <dgm:cxn modelId="{39506D45-551F-4D43-B94F-F37735E009B1}" type="presParOf" srcId="{F1E00D1C-1B17-4A74-B8D1-00B2BAE7DD37}" destId="{06996017-80BA-4EB3-A51F-98717F99BF69}" srcOrd="2" destOrd="0" presId="urn:microsoft.com/office/officeart/2005/8/layout/hierarchy1"/>
    <dgm:cxn modelId="{09BC4B2B-9A65-4EB1-B79F-0224413451FC}" type="presParOf" srcId="{F1E00D1C-1B17-4A74-B8D1-00B2BAE7DD37}" destId="{7608A3EC-E19B-4F81-B8C7-5E6BD0E23145}" srcOrd="3" destOrd="0" presId="urn:microsoft.com/office/officeart/2005/8/layout/hierarchy1"/>
    <dgm:cxn modelId="{57358B9B-471B-424C-9BE4-302FD2DFF38D}" type="presParOf" srcId="{7608A3EC-E19B-4F81-B8C7-5E6BD0E23145}" destId="{214D4BCC-9AC4-4DF5-A83D-0B67C002151D}" srcOrd="0" destOrd="0" presId="urn:microsoft.com/office/officeart/2005/8/layout/hierarchy1"/>
    <dgm:cxn modelId="{7B627509-73BA-466C-8B2A-2565FEA1D5A2}" type="presParOf" srcId="{214D4BCC-9AC4-4DF5-A83D-0B67C002151D}" destId="{D7D52810-3241-442B-9DC7-490C9FBA9428}" srcOrd="0" destOrd="0" presId="urn:microsoft.com/office/officeart/2005/8/layout/hierarchy1"/>
    <dgm:cxn modelId="{E9558594-A04A-4E8D-B09C-1977A68B6A66}" type="presParOf" srcId="{214D4BCC-9AC4-4DF5-A83D-0B67C002151D}" destId="{C2EC9E10-1E9D-4E6D-8D5E-53D9574ADB1B}" srcOrd="1" destOrd="0" presId="urn:microsoft.com/office/officeart/2005/8/layout/hierarchy1"/>
    <dgm:cxn modelId="{53738F3D-A9B5-421D-9E00-4FC72A142378}" type="presParOf" srcId="{7608A3EC-E19B-4F81-B8C7-5E6BD0E23145}" destId="{1EDCC9E8-E263-4FD1-B563-A87985296B9E}" srcOrd="1" destOrd="0" presId="urn:microsoft.com/office/officeart/2005/8/layout/hierarchy1"/>
    <dgm:cxn modelId="{D5693C8C-53A5-494D-95EC-EF68CB7B3EA4}" type="presParOf" srcId="{F1E00D1C-1B17-4A74-B8D1-00B2BAE7DD37}" destId="{4BAA5659-3492-4254-90C4-8F54E9E0A15E}" srcOrd="4" destOrd="0" presId="urn:microsoft.com/office/officeart/2005/8/layout/hierarchy1"/>
    <dgm:cxn modelId="{CD47E164-AD58-429A-9C75-2B7362A51B27}" type="presParOf" srcId="{F1E00D1C-1B17-4A74-B8D1-00B2BAE7DD37}" destId="{BDBD90BB-309E-4750-BCBA-37B27E72F0E7}" srcOrd="5" destOrd="0" presId="urn:microsoft.com/office/officeart/2005/8/layout/hierarchy1"/>
    <dgm:cxn modelId="{2102BB24-51F3-4B3B-ADBC-F32B885BC2CB}" type="presParOf" srcId="{BDBD90BB-309E-4750-BCBA-37B27E72F0E7}" destId="{29B4E022-EDAB-462B-9643-83DBA5DC4229}" srcOrd="0" destOrd="0" presId="urn:microsoft.com/office/officeart/2005/8/layout/hierarchy1"/>
    <dgm:cxn modelId="{FA32794A-E1B1-4EF8-B0FE-E280333CF8A5}" type="presParOf" srcId="{29B4E022-EDAB-462B-9643-83DBA5DC4229}" destId="{4A48A124-6DD9-4BFE-8C17-B44E2CDB0585}" srcOrd="0" destOrd="0" presId="urn:microsoft.com/office/officeart/2005/8/layout/hierarchy1"/>
    <dgm:cxn modelId="{3322C924-D45F-437A-B6F8-D99DCDBE63D2}" type="presParOf" srcId="{29B4E022-EDAB-462B-9643-83DBA5DC4229}" destId="{D929ABB8-8101-4422-9766-42FB31F08A97}" srcOrd="1" destOrd="0" presId="urn:microsoft.com/office/officeart/2005/8/layout/hierarchy1"/>
    <dgm:cxn modelId="{684354E0-0887-495F-BF64-6B5A32AA4503}" type="presParOf" srcId="{BDBD90BB-309E-4750-BCBA-37B27E72F0E7}" destId="{C077548E-D4DC-4284-8194-94ABCB3467E8}" srcOrd="1" destOrd="0" presId="urn:microsoft.com/office/officeart/2005/8/layout/hierarchy1"/>
    <dgm:cxn modelId="{6C53F17D-D2E2-4F16-A56F-FF79B202E890}" type="presParOf" srcId="{F1E00D1C-1B17-4A74-B8D1-00B2BAE7DD37}" destId="{54A6EF09-0B3B-4F1E-A71D-4642167DFE03}" srcOrd="6" destOrd="0" presId="urn:microsoft.com/office/officeart/2005/8/layout/hierarchy1"/>
    <dgm:cxn modelId="{C720DA79-684F-437D-83FF-DACD8A701586}" type="presParOf" srcId="{F1E00D1C-1B17-4A74-B8D1-00B2BAE7DD37}" destId="{108C973A-9A8C-4C7C-B8DC-733E095D40E7}" srcOrd="7" destOrd="0" presId="urn:microsoft.com/office/officeart/2005/8/layout/hierarchy1"/>
    <dgm:cxn modelId="{5F710406-8186-405F-A825-7C26D490BD34}" type="presParOf" srcId="{108C973A-9A8C-4C7C-B8DC-733E095D40E7}" destId="{93624976-0A86-455A-972E-395988C77EAC}" srcOrd="0" destOrd="0" presId="urn:microsoft.com/office/officeart/2005/8/layout/hierarchy1"/>
    <dgm:cxn modelId="{E56F8709-8073-46E6-ABF8-98CB53FB2B4C}" type="presParOf" srcId="{93624976-0A86-455A-972E-395988C77EAC}" destId="{5795A2FF-17E9-406E-9B56-0291D80697E6}" srcOrd="0" destOrd="0" presId="urn:microsoft.com/office/officeart/2005/8/layout/hierarchy1"/>
    <dgm:cxn modelId="{5E1CE52B-80F3-4D6E-B807-55FF44746749}" type="presParOf" srcId="{93624976-0A86-455A-972E-395988C77EAC}" destId="{518D890F-F372-4EBC-8887-8CA131E5E26A}" srcOrd="1" destOrd="0" presId="urn:microsoft.com/office/officeart/2005/8/layout/hierarchy1"/>
    <dgm:cxn modelId="{12470300-0EF9-4917-8514-62884E1AE44B}" type="presParOf" srcId="{108C973A-9A8C-4C7C-B8DC-733E095D40E7}" destId="{F3CDC01C-0FFB-455D-9F29-02E774D1CD67}" srcOrd="1" destOrd="0" presId="urn:microsoft.com/office/officeart/2005/8/layout/hierarchy1"/>
    <dgm:cxn modelId="{544F4F07-5513-409A-A30D-AF9ED865EDF8}" type="presParOf" srcId="{2AA9DF08-B7CA-43A7-8143-EC0B095E269E}" destId="{55209266-793B-4055-9CCE-71D7114AEEA5}" srcOrd="1" destOrd="0" presId="urn:microsoft.com/office/officeart/2005/8/layout/hierarchy1"/>
    <dgm:cxn modelId="{7B4ECBBC-06A7-4D7D-8B95-C838D370A327}" type="presParOf" srcId="{55209266-793B-4055-9CCE-71D7114AEEA5}" destId="{CCBB17B8-2BB2-4CA5-B40E-1E5B8A341B67}" srcOrd="0" destOrd="0" presId="urn:microsoft.com/office/officeart/2005/8/layout/hierarchy1"/>
    <dgm:cxn modelId="{570C6C62-DAB2-4EED-84C1-D0F4F96F55C1}" type="presParOf" srcId="{CCBB17B8-2BB2-4CA5-B40E-1E5B8A341B67}" destId="{144662C2-41B5-409B-B6A5-13DE850C493A}" srcOrd="0" destOrd="0" presId="urn:microsoft.com/office/officeart/2005/8/layout/hierarchy1"/>
    <dgm:cxn modelId="{073E2542-80D5-4B61-A71D-C4974FAF6632}" type="presParOf" srcId="{CCBB17B8-2BB2-4CA5-B40E-1E5B8A341B67}" destId="{71856ED2-AB34-4B82-A88E-E4CAE5D9B84D}" srcOrd="1" destOrd="0" presId="urn:microsoft.com/office/officeart/2005/8/layout/hierarchy1"/>
    <dgm:cxn modelId="{7F633230-5B87-4336-9F89-ECA1F0B56EF7}" type="presParOf" srcId="{55209266-793B-4055-9CCE-71D7114AEEA5}" destId="{D13B5356-7493-44E4-9EB0-BA8A0F96CE1C}" srcOrd="1" destOrd="0" presId="urn:microsoft.com/office/officeart/2005/8/layout/hierarchy1"/>
    <dgm:cxn modelId="{2E7D1B7F-846E-458F-AE67-2E60DCA1FE1C}" type="presParOf" srcId="{D13B5356-7493-44E4-9EB0-BA8A0F96CE1C}" destId="{9045D52F-8DEB-4301-B331-53D02892F6E3}" srcOrd="0" destOrd="0" presId="urn:microsoft.com/office/officeart/2005/8/layout/hierarchy1"/>
    <dgm:cxn modelId="{ED422819-BC5F-4AE8-8CEF-B8FE6F3144A0}" type="presParOf" srcId="{D13B5356-7493-44E4-9EB0-BA8A0F96CE1C}" destId="{4AAD0AAD-74F5-41FA-911A-F53FB8741C14}" srcOrd="1" destOrd="0" presId="urn:microsoft.com/office/officeart/2005/8/layout/hierarchy1"/>
    <dgm:cxn modelId="{3189F86B-ADD9-4382-9B1B-982E48494B67}" type="presParOf" srcId="{4AAD0AAD-74F5-41FA-911A-F53FB8741C14}" destId="{DFA449A5-EF1F-4D15-AA64-519EBB1FF1BC}" srcOrd="0" destOrd="0" presId="urn:microsoft.com/office/officeart/2005/8/layout/hierarchy1"/>
    <dgm:cxn modelId="{72A61E6F-9733-47BC-A221-CD915941D69F}" type="presParOf" srcId="{DFA449A5-EF1F-4D15-AA64-519EBB1FF1BC}" destId="{5A7871CE-0915-442B-B4CB-77CD2E83C9C7}" srcOrd="0" destOrd="0" presId="urn:microsoft.com/office/officeart/2005/8/layout/hierarchy1"/>
    <dgm:cxn modelId="{AC9DCC20-80AB-4C77-B2C2-3F8074946CBF}" type="presParOf" srcId="{DFA449A5-EF1F-4D15-AA64-519EBB1FF1BC}" destId="{5750FAD5-2B3E-4398-9F7C-72B5BA8C76D4}" srcOrd="1" destOrd="0" presId="urn:microsoft.com/office/officeart/2005/8/layout/hierarchy1"/>
    <dgm:cxn modelId="{6427C6CF-F508-476C-BA41-F896402B9826}" type="presParOf" srcId="{4AAD0AAD-74F5-41FA-911A-F53FB8741C14}" destId="{E394BAE5-9455-4842-8BC8-9586FB1A1D4A}" srcOrd="1" destOrd="0" presId="urn:microsoft.com/office/officeart/2005/8/layout/hierarchy1"/>
    <dgm:cxn modelId="{2854A780-FDB0-4A6D-B673-4050ED7BD1CE}" type="presParOf" srcId="{D13B5356-7493-44E4-9EB0-BA8A0F96CE1C}" destId="{2428BD00-9400-48CF-A8F6-BB843E446F66}" srcOrd="2" destOrd="0" presId="urn:microsoft.com/office/officeart/2005/8/layout/hierarchy1"/>
    <dgm:cxn modelId="{94118F90-A292-445D-B306-963AF703651D}" type="presParOf" srcId="{D13B5356-7493-44E4-9EB0-BA8A0F96CE1C}" destId="{36188CD2-6773-4612-B973-163C5993B301}" srcOrd="3" destOrd="0" presId="urn:microsoft.com/office/officeart/2005/8/layout/hierarchy1"/>
    <dgm:cxn modelId="{3C3EB634-4FD4-4C56-9A72-3FDE2D514EAF}" type="presParOf" srcId="{36188CD2-6773-4612-B973-163C5993B301}" destId="{BFC115E5-DF9F-4380-B6E1-932641E6E89C}" srcOrd="0" destOrd="0" presId="urn:microsoft.com/office/officeart/2005/8/layout/hierarchy1"/>
    <dgm:cxn modelId="{F611AD2A-7392-4C52-8B37-5F0D9BF63423}" type="presParOf" srcId="{BFC115E5-DF9F-4380-B6E1-932641E6E89C}" destId="{F598F5C0-AA6F-4F62-AD77-0DC317885F86}" srcOrd="0" destOrd="0" presId="urn:microsoft.com/office/officeart/2005/8/layout/hierarchy1"/>
    <dgm:cxn modelId="{66A4196E-2A84-4241-8ED1-7DB568EA8795}" type="presParOf" srcId="{BFC115E5-DF9F-4380-B6E1-932641E6E89C}" destId="{48545364-F7FC-41E1-B60B-C72A91EC201C}" srcOrd="1" destOrd="0" presId="urn:microsoft.com/office/officeart/2005/8/layout/hierarchy1"/>
    <dgm:cxn modelId="{00478918-115D-429A-B4E9-D9ADE6C7B469}" type="presParOf" srcId="{36188CD2-6773-4612-B973-163C5993B301}" destId="{402119E5-84E9-4893-AC38-D748C738B5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9E2CE-4852-4B8A-9798-E67E234BD2BA}">
      <dsp:nvSpPr>
        <dsp:cNvPr id="0" name=""/>
        <dsp:cNvSpPr/>
      </dsp:nvSpPr>
      <dsp:spPr>
        <a:xfrm>
          <a:off x="788811" y="1315486"/>
          <a:ext cx="630279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82E19-C6CA-40DB-9661-80C302287EC0}">
      <dsp:nvSpPr>
        <dsp:cNvPr id="0" name=""/>
        <dsp:cNvSpPr/>
      </dsp:nvSpPr>
      <dsp:spPr>
        <a:xfrm>
          <a:off x="1456908" y="1262579"/>
          <a:ext cx="72482" cy="136138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93889"/>
            <a:satOff val="-2496"/>
            <a:lumOff val="-2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3889"/>
              <a:satOff val="-2496"/>
              <a:lumOff val="-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C2C48-6ABC-4192-BBDF-2AB07050B581}">
      <dsp:nvSpPr>
        <dsp:cNvPr id="0" name=""/>
        <dsp:cNvSpPr/>
      </dsp:nvSpPr>
      <dsp:spPr>
        <a:xfrm>
          <a:off x="414658" y="1020154"/>
          <a:ext cx="590735" cy="59073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</a:t>
          </a:r>
        </a:p>
      </dsp:txBody>
      <dsp:txXfrm>
        <a:off x="501169" y="1106665"/>
        <a:ext cx="417713" cy="417713"/>
      </dsp:txXfrm>
    </dsp:sp>
    <dsp:sp modelId="{3FCA529E-0D7F-4119-8A7E-4D8BC4B6C7F6}">
      <dsp:nvSpPr>
        <dsp:cNvPr id="0" name=""/>
        <dsp:cNvSpPr/>
      </dsp:nvSpPr>
      <dsp:spPr>
        <a:xfrm>
          <a:off x="9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87777"/>
            <a:satOff val="-4993"/>
            <a:lumOff val="-4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87777"/>
              <a:satOff val="-4993"/>
              <a:lumOff val="-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Use Python to scrape PHREEQC database files</a:t>
          </a:r>
        </a:p>
      </dsp:txBody>
      <dsp:txXfrm>
        <a:off x="961" y="2060115"/>
        <a:ext cx="1418129" cy="1681974"/>
      </dsp:txXfrm>
    </dsp:sp>
    <dsp:sp modelId="{28234BBE-C9F8-441D-BEEA-C8E8C09A5F92}">
      <dsp:nvSpPr>
        <dsp:cNvPr id="0" name=""/>
        <dsp:cNvSpPr/>
      </dsp:nvSpPr>
      <dsp:spPr>
        <a:xfrm>
          <a:off x="1576661" y="1315485"/>
          <a:ext cx="1418129" cy="71"/>
        </a:xfrm>
        <a:prstGeom prst="rect">
          <a:avLst/>
        </a:prstGeom>
        <a:solidFill>
          <a:schemeClr val="accent2">
            <a:tint val="40000"/>
            <a:alpha val="90000"/>
            <a:hueOff val="581666"/>
            <a:satOff val="-7489"/>
            <a:lumOff val="-67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81666"/>
              <a:satOff val="-7489"/>
              <a:lumOff val="-6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8B517-6DAF-456F-85D0-E3B384308561}">
      <dsp:nvSpPr>
        <dsp:cNvPr id="0" name=""/>
        <dsp:cNvSpPr/>
      </dsp:nvSpPr>
      <dsp:spPr>
        <a:xfrm>
          <a:off x="3032608" y="1262578"/>
          <a:ext cx="72482" cy="136139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775555"/>
            <a:satOff val="-9986"/>
            <a:lumOff val="-90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75555"/>
              <a:satOff val="-9986"/>
              <a:lumOff val="-9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7FA7DA-5261-467C-A64D-5727C502EB81}">
      <dsp:nvSpPr>
        <dsp:cNvPr id="0" name=""/>
        <dsp:cNvSpPr/>
      </dsp:nvSpPr>
      <dsp:spPr>
        <a:xfrm>
          <a:off x="1990358" y="1020153"/>
          <a:ext cx="590735" cy="590735"/>
        </a:xfrm>
        <a:prstGeom prst="ellipse">
          <a:avLst/>
        </a:prstGeom>
        <a:solidFill>
          <a:schemeClr val="accent2">
            <a:hueOff val="749916"/>
            <a:satOff val="-2562"/>
            <a:lumOff val="-2696"/>
            <a:alphaOff val="0"/>
          </a:schemeClr>
        </a:solidFill>
        <a:ln w="12700" cap="flat" cmpd="sng" algn="ctr">
          <a:solidFill>
            <a:schemeClr val="accent2">
              <a:hueOff val="749916"/>
              <a:satOff val="-2562"/>
              <a:lumOff val="-26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</a:t>
          </a:r>
        </a:p>
      </dsp:txBody>
      <dsp:txXfrm>
        <a:off x="2076869" y="1106664"/>
        <a:ext cx="417713" cy="417713"/>
      </dsp:txXfrm>
    </dsp:sp>
    <dsp:sp modelId="{EA56E8E0-35C6-4852-B651-87FE809F1789}">
      <dsp:nvSpPr>
        <dsp:cNvPr id="0" name=""/>
        <dsp:cNvSpPr/>
      </dsp:nvSpPr>
      <dsp:spPr>
        <a:xfrm>
          <a:off x="15766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969444"/>
            <a:satOff val="-12483"/>
            <a:lumOff val="-113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69444"/>
              <a:satOff val="-12483"/>
              <a:lumOff val="-11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Compile SMS and SS into Pandas </a:t>
          </a:r>
          <a:r>
            <a:rPr lang="en-US" sz="1300" b="1" kern="1200" dirty="0" err="1"/>
            <a:t>Dataframes</a:t>
          </a:r>
          <a:endParaRPr lang="en-US" sz="1300" b="1" kern="1200" dirty="0"/>
        </a:p>
      </dsp:txBody>
      <dsp:txXfrm>
        <a:off x="1576661" y="2060115"/>
        <a:ext cx="1418129" cy="1681974"/>
      </dsp:txXfrm>
    </dsp:sp>
    <dsp:sp modelId="{351E3755-E9A5-4A02-BC5C-A4F5CC3E284C}">
      <dsp:nvSpPr>
        <dsp:cNvPr id="0" name=""/>
        <dsp:cNvSpPr/>
      </dsp:nvSpPr>
      <dsp:spPr>
        <a:xfrm>
          <a:off x="3152361" y="1315485"/>
          <a:ext cx="1418129" cy="71"/>
        </a:xfrm>
        <a:prstGeom prst="rect">
          <a:avLst/>
        </a:prstGeom>
        <a:solidFill>
          <a:schemeClr val="accent2">
            <a:tint val="40000"/>
            <a:alpha val="90000"/>
            <a:hueOff val="1163332"/>
            <a:satOff val="-14979"/>
            <a:lumOff val="-13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63332"/>
              <a:satOff val="-14979"/>
              <a:lumOff val="-13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D1544-B2BC-4172-ADDA-620861BFEB02}">
      <dsp:nvSpPr>
        <dsp:cNvPr id="0" name=""/>
        <dsp:cNvSpPr/>
      </dsp:nvSpPr>
      <dsp:spPr>
        <a:xfrm>
          <a:off x="4608308" y="1262578"/>
          <a:ext cx="72482" cy="13614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357221"/>
            <a:satOff val="-17475"/>
            <a:lumOff val="-15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357221"/>
              <a:satOff val="-17475"/>
              <a:lumOff val="-15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3F6D2-B8AA-4814-B5F1-EBF16831DE8D}">
      <dsp:nvSpPr>
        <dsp:cNvPr id="0" name=""/>
        <dsp:cNvSpPr/>
      </dsp:nvSpPr>
      <dsp:spPr>
        <a:xfrm>
          <a:off x="3566058" y="1020153"/>
          <a:ext cx="590735" cy="590735"/>
        </a:xfrm>
        <a:prstGeom prst="ellipse">
          <a:avLst/>
        </a:prstGeom>
        <a:solidFill>
          <a:schemeClr val="accent2">
            <a:hueOff val="1499832"/>
            <a:satOff val="-5124"/>
            <a:lumOff val="-5392"/>
            <a:alphaOff val="0"/>
          </a:schemeClr>
        </a:solidFill>
        <a:ln w="12700" cap="flat" cmpd="sng" algn="ctr">
          <a:solidFill>
            <a:schemeClr val="accent2">
              <a:hueOff val="1499832"/>
              <a:satOff val="-5124"/>
              <a:lumOff val="-5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</a:t>
          </a:r>
        </a:p>
      </dsp:txBody>
      <dsp:txXfrm>
        <a:off x="3652569" y="1106664"/>
        <a:ext cx="417713" cy="417713"/>
      </dsp:txXfrm>
    </dsp:sp>
    <dsp:sp modelId="{1A088C67-43A5-4647-89C8-4CBFF9A50741}">
      <dsp:nvSpPr>
        <dsp:cNvPr id="0" name=""/>
        <dsp:cNvSpPr/>
      </dsp:nvSpPr>
      <dsp:spPr>
        <a:xfrm>
          <a:off x="31523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551110"/>
            <a:satOff val="-19972"/>
            <a:lumOff val="-18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51110"/>
              <a:satOff val="-19972"/>
              <a:lumOff val="-18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Inspect databases for conflicting values</a:t>
          </a:r>
        </a:p>
      </dsp:txBody>
      <dsp:txXfrm>
        <a:off x="3152361" y="2060115"/>
        <a:ext cx="1418129" cy="1681974"/>
      </dsp:txXfrm>
    </dsp:sp>
    <dsp:sp modelId="{31AF6C91-E644-4CDC-9EBE-008807B56FD8}">
      <dsp:nvSpPr>
        <dsp:cNvPr id="0" name=""/>
        <dsp:cNvSpPr/>
      </dsp:nvSpPr>
      <dsp:spPr>
        <a:xfrm>
          <a:off x="4728061" y="1315485"/>
          <a:ext cx="1418129" cy="72"/>
        </a:xfrm>
        <a:prstGeom prst="rect">
          <a:avLst/>
        </a:prstGeom>
        <a:solidFill>
          <a:schemeClr val="accent2">
            <a:tint val="40000"/>
            <a:alpha val="90000"/>
            <a:hueOff val="1744998"/>
            <a:satOff val="-22468"/>
            <a:lumOff val="-203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744998"/>
              <a:satOff val="-22468"/>
              <a:lumOff val="-20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6F512-3B92-4A75-9C7F-C4FE0B047D7F}">
      <dsp:nvSpPr>
        <dsp:cNvPr id="0" name=""/>
        <dsp:cNvSpPr/>
      </dsp:nvSpPr>
      <dsp:spPr>
        <a:xfrm>
          <a:off x="6184008" y="1262577"/>
          <a:ext cx="72482" cy="13614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938887"/>
            <a:satOff val="-24965"/>
            <a:lumOff val="-226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38887"/>
              <a:satOff val="-24965"/>
              <a:lumOff val="-22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ECBB5D-2AC5-48AD-A3E9-1FA222D6D214}">
      <dsp:nvSpPr>
        <dsp:cNvPr id="0" name=""/>
        <dsp:cNvSpPr/>
      </dsp:nvSpPr>
      <dsp:spPr>
        <a:xfrm>
          <a:off x="5141758" y="1020153"/>
          <a:ext cx="590735" cy="590735"/>
        </a:xfrm>
        <a:prstGeom prst="ellipse">
          <a:avLst/>
        </a:prstGeom>
        <a:solidFill>
          <a:schemeClr val="accent2">
            <a:hueOff val="2249749"/>
            <a:satOff val="-7686"/>
            <a:lumOff val="-8087"/>
            <a:alphaOff val="0"/>
          </a:schemeClr>
        </a:solidFill>
        <a:ln w="12700" cap="flat" cmpd="sng" algn="ctr">
          <a:solidFill>
            <a:schemeClr val="accent2">
              <a:hueOff val="2249749"/>
              <a:satOff val="-7686"/>
              <a:lumOff val="-80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</a:t>
          </a:r>
        </a:p>
      </dsp:txBody>
      <dsp:txXfrm>
        <a:off x="5228269" y="1106664"/>
        <a:ext cx="417713" cy="417713"/>
      </dsp:txXfrm>
    </dsp:sp>
    <dsp:sp modelId="{E4E100FA-8D23-44B6-8819-087FA9A452E3}">
      <dsp:nvSpPr>
        <dsp:cNvPr id="0" name=""/>
        <dsp:cNvSpPr/>
      </dsp:nvSpPr>
      <dsp:spPr>
        <a:xfrm>
          <a:off x="47280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132776"/>
            <a:satOff val="-27461"/>
            <a:lumOff val="-2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132776"/>
              <a:satOff val="-27461"/>
              <a:lumOff val="-2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Use analysis to chose baseline database and append unique information from other databases</a:t>
          </a:r>
        </a:p>
      </dsp:txBody>
      <dsp:txXfrm>
        <a:off x="4728061" y="2060115"/>
        <a:ext cx="1418129" cy="1681974"/>
      </dsp:txXfrm>
    </dsp:sp>
    <dsp:sp modelId="{C8C01649-37E5-4C3A-9C40-DC82E2F35F57}">
      <dsp:nvSpPr>
        <dsp:cNvPr id="0" name=""/>
        <dsp:cNvSpPr/>
      </dsp:nvSpPr>
      <dsp:spPr>
        <a:xfrm>
          <a:off x="6303761" y="1315485"/>
          <a:ext cx="709064" cy="72"/>
        </a:xfrm>
        <a:prstGeom prst="rect">
          <a:avLst/>
        </a:prstGeom>
        <a:solidFill>
          <a:schemeClr val="accent2">
            <a:tint val="40000"/>
            <a:alpha val="90000"/>
            <a:hueOff val="2326665"/>
            <a:satOff val="-29958"/>
            <a:lumOff val="-27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326665"/>
              <a:satOff val="-29958"/>
              <a:lumOff val="-2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EB6D7-2E5C-4D44-AAD2-774890329520}">
      <dsp:nvSpPr>
        <dsp:cNvPr id="0" name=""/>
        <dsp:cNvSpPr/>
      </dsp:nvSpPr>
      <dsp:spPr>
        <a:xfrm>
          <a:off x="6717458" y="1020153"/>
          <a:ext cx="590735" cy="590735"/>
        </a:xfrm>
        <a:prstGeom prst="ellipse">
          <a:avLst/>
        </a:prstGeom>
        <a:solidFill>
          <a:schemeClr val="accent2">
            <a:hueOff val="2999665"/>
            <a:satOff val="-10248"/>
            <a:lumOff val="-10783"/>
            <a:alphaOff val="0"/>
          </a:schemeClr>
        </a:solidFill>
        <a:ln w="12700" cap="flat" cmpd="sng" algn="ctr">
          <a:solidFill>
            <a:schemeClr val="accent2">
              <a:hueOff val="2999665"/>
              <a:satOff val="-10248"/>
              <a:lumOff val="-107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24" tIns="22924" rIns="22924" bIns="2292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</a:t>
          </a:r>
        </a:p>
      </dsp:txBody>
      <dsp:txXfrm>
        <a:off x="6803969" y="1106664"/>
        <a:ext cx="417713" cy="417713"/>
      </dsp:txXfrm>
    </dsp:sp>
    <dsp:sp modelId="{6A2E50B0-E44E-4D82-9538-CCBF1752D7B5}">
      <dsp:nvSpPr>
        <dsp:cNvPr id="0" name=""/>
        <dsp:cNvSpPr/>
      </dsp:nvSpPr>
      <dsp:spPr>
        <a:xfrm>
          <a:off x="6303761" y="1776489"/>
          <a:ext cx="141812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2714442"/>
            <a:satOff val="-34951"/>
            <a:lumOff val="-316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714442"/>
              <a:satOff val="-34951"/>
              <a:lumOff val="-31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64" tIns="165100" rIns="111864" bIns="1651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Write database back into PHREEEQC database format</a:t>
          </a:r>
        </a:p>
      </dsp:txBody>
      <dsp:txXfrm>
        <a:off x="6303761" y="2060115"/>
        <a:ext cx="1418129" cy="16819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F0D59-AB81-4A80-ADAF-DD63BBB43124}">
      <dsp:nvSpPr>
        <dsp:cNvPr id="0" name=""/>
        <dsp:cNvSpPr/>
      </dsp:nvSpPr>
      <dsp:spPr>
        <a:xfrm>
          <a:off x="0" y="2145"/>
          <a:ext cx="7162800" cy="10872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14F631C-85A3-4DB2-B97E-A70839E666AB}">
      <dsp:nvSpPr>
        <dsp:cNvPr id="0" name=""/>
        <dsp:cNvSpPr/>
      </dsp:nvSpPr>
      <dsp:spPr>
        <a:xfrm>
          <a:off x="328904" y="246784"/>
          <a:ext cx="598007" cy="5980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DACB425-EF16-45A9-A1A8-2965BA076D32}">
      <dsp:nvSpPr>
        <dsp:cNvPr id="0" name=""/>
        <dsp:cNvSpPr/>
      </dsp:nvSpPr>
      <dsp:spPr>
        <a:xfrm>
          <a:off x="1255815" y="2145"/>
          <a:ext cx="5906984" cy="108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71" tIns="115071" rIns="115071" bIns="115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Databases are independently developed </a:t>
          </a:r>
        </a:p>
      </dsp:txBody>
      <dsp:txXfrm>
        <a:off x="1255815" y="2145"/>
        <a:ext cx="5906984" cy="1087286"/>
      </dsp:txXfrm>
    </dsp:sp>
    <dsp:sp modelId="{7409AAF2-EF2E-4ADA-A952-30F2E24A5B2E}">
      <dsp:nvSpPr>
        <dsp:cNvPr id="0" name=""/>
        <dsp:cNvSpPr/>
      </dsp:nvSpPr>
      <dsp:spPr>
        <a:xfrm>
          <a:off x="0" y="1361253"/>
          <a:ext cx="7162800" cy="10872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5BA7123-15A7-4F5E-BCC3-D810DC0D14EB}">
      <dsp:nvSpPr>
        <dsp:cNvPr id="0" name=""/>
        <dsp:cNvSpPr/>
      </dsp:nvSpPr>
      <dsp:spPr>
        <a:xfrm>
          <a:off x="328904" y="1605892"/>
          <a:ext cx="598007" cy="5980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E7C0A7A-0C07-4CB7-8CD6-A2CEF90D6F73}">
      <dsp:nvSpPr>
        <dsp:cNvPr id="0" name=""/>
        <dsp:cNvSpPr/>
      </dsp:nvSpPr>
      <dsp:spPr>
        <a:xfrm>
          <a:off x="1255815" y="1361253"/>
          <a:ext cx="3223260" cy="108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71" tIns="115071" rIns="115071" bIns="115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Elements can be defined with different species </a:t>
          </a:r>
        </a:p>
      </dsp:txBody>
      <dsp:txXfrm>
        <a:off x="1255815" y="1361253"/>
        <a:ext cx="3223260" cy="1087286"/>
      </dsp:txXfrm>
    </dsp:sp>
    <dsp:sp modelId="{46482F67-1185-4376-8AFE-33B87C8CF9E5}">
      <dsp:nvSpPr>
        <dsp:cNvPr id="0" name=""/>
        <dsp:cNvSpPr/>
      </dsp:nvSpPr>
      <dsp:spPr>
        <a:xfrm>
          <a:off x="4479075" y="1361253"/>
          <a:ext cx="2683724" cy="108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71" tIns="115071" rIns="115071" bIns="11507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479075" y="1361253"/>
        <a:ext cx="2683724" cy="1087286"/>
      </dsp:txXfrm>
    </dsp:sp>
    <dsp:sp modelId="{6CA150D6-4446-4662-929C-090D7DE0081B}">
      <dsp:nvSpPr>
        <dsp:cNvPr id="0" name=""/>
        <dsp:cNvSpPr/>
      </dsp:nvSpPr>
      <dsp:spPr>
        <a:xfrm>
          <a:off x="0" y="2720360"/>
          <a:ext cx="7162800" cy="10872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5C96D8A-4E31-49A8-A0F4-6AA69646DCEB}">
      <dsp:nvSpPr>
        <dsp:cNvPr id="0" name=""/>
        <dsp:cNvSpPr/>
      </dsp:nvSpPr>
      <dsp:spPr>
        <a:xfrm>
          <a:off x="328904" y="2965000"/>
          <a:ext cx="598007" cy="5980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AAE055-A097-4414-AC12-23A25F580DA5}">
      <dsp:nvSpPr>
        <dsp:cNvPr id="0" name=""/>
        <dsp:cNvSpPr/>
      </dsp:nvSpPr>
      <dsp:spPr>
        <a:xfrm>
          <a:off x="1255815" y="2720360"/>
          <a:ext cx="5906984" cy="108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71" tIns="115071" rIns="115071" bIns="115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Similar information have different values</a:t>
          </a:r>
        </a:p>
      </dsp:txBody>
      <dsp:txXfrm>
        <a:off x="1255815" y="2720360"/>
        <a:ext cx="5906984" cy="1087286"/>
      </dsp:txXfrm>
    </dsp:sp>
    <dsp:sp modelId="{3508E4BB-8120-44E6-8359-7074D7693D5B}">
      <dsp:nvSpPr>
        <dsp:cNvPr id="0" name=""/>
        <dsp:cNvSpPr/>
      </dsp:nvSpPr>
      <dsp:spPr>
        <a:xfrm>
          <a:off x="0" y="4079468"/>
          <a:ext cx="7162800" cy="108728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E2E027C-39F1-4C17-8D02-504A5EB78D19}">
      <dsp:nvSpPr>
        <dsp:cNvPr id="0" name=""/>
        <dsp:cNvSpPr/>
      </dsp:nvSpPr>
      <dsp:spPr>
        <a:xfrm>
          <a:off x="328904" y="4324107"/>
          <a:ext cx="598007" cy="5980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48A9759-12D4-4261-AE29-4CEB3F66D931}">
      <dsp:nvSpPr>
        <dsp:cNvPr id="0" name=""/>
        <dsp:cNvSpPr/>
      </dsp:nvSpPr>
      <dsp:spPr>
        <a:xfrm>
          <a:off x="1255815" y="4079468"/>
          <a:ext cx="5906984" cy="1087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71" tIns="115071" rIns="115071" bIns="11507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Each database has its own syntax and definition paradigm</a:t>
          </a:r>
        </a:p>
      </dsp:txBody>
      <dsp:txXfrm>
        <a:off x="1255815" y="4079468"/>
        <a:ext cx="5906984" cy="1087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8BD00-9400-48CF-A8F6-BB843E446F66}">
      <dsp:nvSpPr>
        <dsp:cNvPr id="0" name=""/>
        <dsp:cNvSpPr/>
      </dsp:nvSpPr>
      <dsp:spPr>
        <a:xfrm>
          <a:off x="9187508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935627" y="303440"/>
              </a:lnTo>
              <a:lnTo>
                <a:pt x="935627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45D52F-8DEB-4301-B331-53D02892F6E3}">
      <dsp:nvSpPr>
        <dsp:cNvPr id="0" name=""/>
        <dsp:cNvSpPr/>
      </dsp:nvSpPr>
      <dsp:spPr>
        <a:xfrm>
          <a:off x="8251881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935627" y="0"/>
              </a:moveTo>
              <a:lnTo>
                <a:pt x="935627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A6EF09-0B3B-4F1E-A71D-4642167DFE03}">
      <dsp:nvSpPr>
        <dsp:cNvPr id="0" name=""/>
        <dsp:cNvSpPr/>
      </dsp:nvSpPr>
      <dsp:spPr>
        <a:xfrm>
          <a:off x="3573745" y="1663666"/>
          <a:ext cx="2806881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2806881" y="303440"/>
              </a:lnTo>
              <a:lnTo>
                <a:pt x="2806881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AA5659-3492-4254-90C4-8F54E9E0A15E}">
      <dsp:nvSpPr>
        <dsp:cNvPr id="0" name=""/>
        <dsp:cNvSpPr/>
      </dsp:nvSpPr>
      <dsp:spPr>
        <a:xfrm>
          <a:off x="3573745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40"/>
              </a:lnTo>
              <a:lnTo>
                <a:pt x="935627" y="303440"/>
              </a:lnTo>
              <a:lnTo>
                <a:pt x="935627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96017-80BA-4EB3-A51F-98717F99BF69}">
      <dsp:nvSpPr>
        <dsp:cNvPr id="0" name=""/>
        <dsp:cNvSpPr/>
      </dsp:nvSpPr>
      <dsp:spPr>
        <a:xfrm>
          <a:off x="2638117" y="1663666"/>
          <a:ext cx="935627" cy="445273"/>
        </a:xfrm>
        <a:custGeom>
          <a:avLst/>
          <a:gdLst/>
          <a:ahLst/>
          <a:cxnLst/>
          <a:rect l="0" t="0" r="0" b="0"/>
          <a:pathLst>
            <a:path>
              <a:moveTo>
                <a:pt x="935627" y="0"/>
              </a:moveTo>
              <a:lnTo>
                <a:pt x="935627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016A7-4A16-4F6B-9D43-86FA9013BE83}">
      <dsp:nvSpPr>
        <dsp:cNvPr id="0" name=""/>
        <dsp:cNvSpPr/>
      </dsp:nvSpPr>
      <dsp:spPr>
        <a:xfrm>
          <a:off x="766863" y="1663666"/>
          <a:ext cx="2806881" cy="445273"/>
        </a:xfrm>
        <a:custGeom>
          <a:avLst/>
          <a:gdLst/>
          <a:ahLst/>
          <a:cxnLst/>
          <a:rect l="0" t="0" r="0" b="0"/>
          <a:pathLst>
            <a:path>
              <a:moveTo>
                <a:pt x="2806881" y="0"/>
              </a:moveTo>
              <a:lnTo>
                <a:pt x="2806881" y="303440"/>
              </a:lnTo>
              <a:lnTo>
                <a:pt x="0" y="303440"/>
              </a:lnTo>
              <a:lnTo>
                <a:pt x="0" y="445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B5BEA-EFDA-45D9-8130-3BD7CCB139EA}">
      <dsp:nvSpPr>
        <dsp:cNvPr id="0" name=""/>
        <dsp:cNvSpPr/>
      </dsp:nvSpPr>
      <dsp:spPr>
        <a:xfrm>
          <a:off x="2808231" y="691464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7855E-4CE6-4FD0-ACBF-CF1B8E38A0BE}">
      <dsp:nvSpPr>
        <dsp:cNvPr id="0" name=""/>
        <dsp:cNvSpPr/>
      </dsp:nvSpPr>
      <dsp:spPr>
        <a:xfrm>
          <a:off x="2978345" y="853073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Contributing Databases</a:t>
          </a:r>
        </a:p>
      </dsp:txBody>
      <dsp:txXfrm>
        <a:off x="3006820" y="881548"/>
        <a:ext cx="1474076" cy="915251"/>
      </dsp:txXfrm>
    </dsp:sp>
    <dsp:sp modelId="{A2FD2341-0A50-4645-962F-106EB1AC24D3}">
      <dsp:nvSpPr>
        <dsp:cNvPr id="0" name=""/>
        <dsp:cNvSpPr/>
      </dsp:nvSpPr>
      <dsp:spPr>
        <a:xfrm>
          <a:off x="1350" y="2108940"/>
          <a:ext cx="1531026" cy="972201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1C0759-E737-4FC0-BCD0-ACFCD3F2A23C}">
      <dsp:nvSpPr>
        <dsp:cNvPr id="0" name=""/>
        <dsp:cNvSpPr/>
      </dsp:nvSpPr>
      <dsp:spPr>
        <a:xfrm>
          <a:off x="171464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LLNL</a:t>
          </a:r>
        </a:p>
      </dsp:txBody>
      <dsp:txXfrm>
        <a:off x="199939" y="2299023"/>
        <a:ext cx="1474076" cy="915251"/>
      </dsp:txXfrm>
    </dsp:sp>
    <dsp:sp modelId="{D7D52810-3241-442B-9DC7-490C9FBA9428}">
      <dsp:nvSpPr>
        <dsp:cNvPr id="0" name=""/>
        <dsp:cNvSpPr/>
      </dsp:nvSpPr>
      <dsp:spPr>
        <a:xfrm>
          <a:off x="1872604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C9E10-1E9D-4E6D-8D5E-53D9574ADB1B}">
      <dsp:nvSpPr>
        <dsp:cNvPr id="0" name=""/>
        <dsp:cNvSpPr/>
      </dsp:nvSpPr>
      <dsp:spPr>
        <a:xfrm>
          <a:off x="2042718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PHREEQC</a:t>
          </a:r>
        </a:p>
      </dsp:txBody>
      <dsp:txXfrm>
        <a:off x="2071193" y="2299023"/>
        <a:ext cx="1474076" cy="915251"/>
      </dsp:txXfrm>
    </dsp:sp>
    <dsp:sp modelId="{4A48A124-6DD9-4BFE-8C17-B44E2CDB0585}">
      <dsp:nvSpPr>
        <dsp:cNvPr id="0" name=""/>
        <dsp:cNvSpPr/>
      </dsp:nvSpPr>
      <dsp:spPr>
        <a:xfrm>
          <a:off x="3743859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9ABB8-8101-4422-9766-42FB31F08A97}">
      <dsp:nvSpPr>
        <dsp:cNvPr id="0" name=""/>
        <dsp:cNvSpPr/>
      </dsp:nvSpPr>
      <dsp:spPr>
        <a:xfrm>
          <a:off x="3913973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Minteq.v4</a:t>
          </a:r>
        </a:p>
      </dsp:txBody>
      <dsp:txXfrm>
        <a:off x="3942448" y="2299023"/>
        <a:ext cx="1474076" cy="915251"/>
      </dsp:txXfrm>
    </dsp:sp>
    <dsp:sp modelId="{5795A2FF-17E9-406E-9B56-0291D80697E6}">
      <dsp:nvSpPr>
        <dsp:cNvPr id="0" name=""/>
        <dsp:cNvSpPr/>
      </dsp:nvSpPr>
      <dsp:spPr>
        <a:xfrm>
          <a:off x="5615113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D890F-F372-4EBC-8887-8CA131E5E26A}">
      <dsp:nvSpPr>
        <dsp:cNvPr id="0" name=""/>
        <dsp:cNvSpPr/>
      </dsp:nvSpPr>
      <dsp:spPr>
        <a:xfrm>
          <a:off x="5785227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SIT</a:t>
          </a:r>
        </a:p>
      </dsp:txBody>
      <dsp:txXfrm>
        <a:off x="5813702" y="2299023"/>
        <a:ext cx="1474076" cy="915251"/>
      </dsp:txXfrm>
    </dsp:sp>
    <dsp:sp modelId="{144662C2-41B5-409B-B6A5-13DE850C493A}">
      <dsp:nvSpPr>
        <dsp:cNvPr id="0" name=""/>
        <dsp:cNvSpPr/>
      </dsp:nvSpPr>
      <dsp:spPr>
        <a:xfrm>
          <a:off x="8421995" y="691464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856ED2-AB34-4B82-A88E-E4CAE5D9B84D}">
      <dsp:nvSpPr>
        <dsp:cNvPr id="0" name=""/>
        <dsp:cNvSpPr/>
      </dsp:nvSpPr>
      <dsp:spPr>
        <a:xfrm>
          <a:off x="8592109" y="853073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Databases with no unique entries</a:t>
          </a:r>
        </a:p>
      </dsp:txBody>
      <dsp:txXfrm>
        <a:off x="8620584" y="881548"/>
        <a:ext cx="1474076" cy="915251"/>
      </dsp:txXfrm>
    </dsp:sp>
    <dsp:sp modelId="{5A7871CE-0915-442B-B4CB-77CD2E83C9C7}">
      <dsp:nvSpPr>
        <dsp:cNvPr id="0" name=""/>
        <dsp:cNvSpPr/>
      </dsp:nvSpPr>
      <dsp:spPr>
        <a:xfrm>
          <a:off x="7486367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50FAD5-2B3E-4398-9F7C-72B5BA8C76D4}">
      <dsp:nvSpPr>
        <dsp:cNvPr id="0" name=""/>
        <dsp:cNvSpPr/>
      </dsp:nvSpPr>
      <dsp:spPr>
        <a:xfrm>
          <a:off x="7656482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Pitzer</a:t>
          </a:r>
          <a:endParaRPr lang="en-US" sz="1600" kern="1200"/>
        </a:p>
      </dsp:txBody>
      <dsp:txXfrm>
        <a:off x="7684957" y="2299023"/>
        <a:ext cx="1474076" cy="915251"/>
      </dsp:txXfrm>
    </dsp:sp>
    <dsp:sp modelId="{F598F5C0-AA6F-4F62-AD77-0DC317885F86}">
      <dsp:nvSpPr>
        <dsp:cNvPr id="0" name=""/>
        <dsp:cNvSpPr/>
      </dsp:nvSpPr>
      <dsp:spPr>
        <a:xfrm>
          <a:off x="9357622" y="2108940"/>
          <a:ext cx="1531026" cy="972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45364-F7FC-41E1-B60B-C72A91EC201C}">
      <dsp:nvSpPr>
        <dsp:cNvPr id="0" name=""/>
        <dsp:cNvSpPr/>
      </dsp:nvSpPr>
      <dsp:spPr>
        <a:xfrm>
          <a:off x="9527736" y="2270548"/>
          <a:ext cx="1531026" cy="9722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Tipping Hurley</a:t>
          </a:r>
          <a:endParaRPr lang="en-US" sz="1600" kern="1200"/>
        </a:p>
      </dsp:txBody>
      <dsp:txXfrm>
        <a:off x="9556211" y="2299023"/>
        <a:ext cx="1474076" cy="915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1FDBB-AC50-4E3E-AF83-216F0C6FEC25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E8136-DDD7-4102-A242-F30FF8D7A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801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Welcome to my IRP, My name is Joshua Leiper.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146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are a scientist trying to increase rice yields</a:t>
            </a:r>
          </a:p>
          <a:p>
            <a:r>
              <a:rPr lang="en-GB" dirty="0"/>
              <a:t>W/R/T rice elements are either available (organic) or unavailable (inorganic)</a:t>
            </a:r>
          </a:p>
          <a:p>
            <a:r>
              <a:rPr lang="en-GB" dirty="0"/>
              <a:t>Create a molecule like PDMA to convert elements like Zn and Fe from inorganic to organic</a:t>
            </a:r>
          </a:p>
          <a:p>
            <a:r>
              <a:rPr lang="en-GB" dirty="0"/>
              <a:t>Do a few field studies</a:t>
            </a:r>
          </a:p>
          <a:p>
            <a:r>
              <a:rPr lang="en-GB" dirty="0"/>
              <a:t>If calculate some chemical properties of molecule in lab, then can reuse that information in simulations</a:t>
            </a:r>
          </a:p>
          <a:p>
            <a:r>
              <a:rPr lang="en-GB" dirty="0"/>
              <a:t>See speciation of inorganic forms vs organic forms in many different </a:t>
            </a:r>
            <a:r>
              <a:rPr lang="en-GB" dirty="0" err="1"/>
              <a:t>envrionments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557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User chooses a pre-build database and writes an input file. Input file defines the solution for the experiment. Input files can add information to databases. Segue into SMS and SS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396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SMS and SS are </a:t>
            </a:r>
            <a:r>
              <a:rPr lang="en-GB" dirty="0" err="1"/>
              <a:t>datablocks</a:t>
            </a:r>
            <a:r>
              <a:rPr lang="en-GB" dirty="0"/>
              <a:t> in PHREEQC databases that this project focuses on. Elements are unique. Species are abstractions of elements. </a:t>
            </a:r>
            <a:r>
              <a:rPr lang="en-GB" dirty="0" err="1"/>
              <a:t>Alk</a:t>
            </a:r>
            <a:r>
              <a:rPr lang="en-GB" dirty="0"/>
              <a:t> is alkalinity, </a:t>
            </a:r>
            <a:r>
              <a:rPr lang="en-GB" dirty="0" err="1"/>
              <a:t>gfw</a:t>
            </a:r>
            <a:r>
              <a:rPr lang="en-GB" dirty="0"/>
              <a:t> and Gram Formula weight or mass.</a:t>
            </a:r>
          </a:p>
          <a:p>
            <a:r>
              <a:rPr lang="en-GB" dirty="0"/>
              <a:t>SS uses species from SMS block for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892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= arsenic</a:t>
            </a:r>
          </a:p>
          <a:p>
            <a:r>
              <a:rPr lang="en-GB" dirty="0" err="1"/>
              <a:t>Independed</a:t>
            </a:r>
            <a:r>
              <a:rPr lang="en-GB" dirty="0"/>
              <a:t> development allows </a:t>
            </a:r>
            <a:r>
              <a:rPr lang="en-GB" dirty="0" err="1"/>
              <a:t>flexabilty</a:t>
            </a:r>
            <a:r>
              <a:rPr lang="en-GB" dirty="0"/>
              <a:t>, also inhibits unification</a:t>
            </a:r>
          </a:p>
          <a:p>
            <a:r>
              <a:rPr lang="en-GB" dirty="0"/>
              <a:t>Define what a conflicting value is</a:t>
            </a:r>
          </a:p>
          <a:p>
            <a:r>
              <a:rPr lang="en-GB" dirty="0"/>
              <a:t>Briefly mention </a:t>
            </a:r>
            <a:r>
              <a:rPr lang="en-GB" dirty="0" err="1"/>
              <a:t>codeing</a:t>
            </a:r>
            <a:r>
              <a:rPr lang="en-GB" dirty="0"/>
              <a:t> challenges with REGEX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187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 quick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37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 quick here, don’t bog down in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444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LLNL is a baseline database, additional information from other databases is appended to LLNL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42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Simple, did I achieve my objectives , tools I made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8136-DDD7-4102-A242-F30FF8D7A9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026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965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75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9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1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43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9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69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88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6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63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06AF2990-9B91-5A4B-CB30-F0F038C36B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5808" r="-1" b="-1"/>
          <a:stretch/>
        </p:blipFill>
        <p:spPr>
          <a:xfrm>
            <a:off x="-11263" y="10"/>
            <a:ext cx="12203263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F1F3E8-0B56-3D95-D9F4-4C7FEAA63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0"/>
            <a:ext cx="7213092" cy="501516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Achieving Internal Consistency in Databases used by Aqueous Modelling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055C3-D33A-58CA-141D-8C8C46F3B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493" y="3041761"/>
            <a:ext cx="2429605" cy="285620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By: Joshua Leiper</a:t>
            </a:r>
          </a:p>
          <a:p>
            <a:r>
              <a:rPr lang="en-US" dirty="0">
                <a:solidFill>
                  <a:srgbClr val="FFFFFF"/>
                </a:solidFill>
              </a:rPr>
              <a:t>Primary supervisor: Dr. Weiss</a:t>
            </a:r>
          </a:p>
          <a:p>
            <a:r>
              <a:rPr lang="en-US" dirty="0">
                <a:solidFill>
                  <a:srgbClr val="FFFFFF"/>
                </a:solidFill>
              </a:rPr>
              <a:t>Secondary supervisor: dr. </a:t>
            </a:r>
            <a:r>
              <a:rPr lang="en-US">
                <a:solidFill>
                  <a:srgbClr val="FFFFFF"/>
                </a:solidFill>
              </a:rPr>
              <a:t>liu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0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6814345-41DE-42C5-8657-66C1417DF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E68E419-3727-4F5E-8840-AF149B33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0519B6EC-D7AE-452F-8D0C-D11BD337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B8F14E13-1923-411D-9A16-1C28898D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0F062-DF77-938D-5D80-A625725B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70" y="4572001"/>
            <a:ext cx="3695699" cy="15083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/>
              <a:t>Motivation: Ligand-based fertilizer</a:t>
            </a:r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C070FE2F-7BC8-C1A3-5781-30857D345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5" r="-2" b="-2"/>
          <a:stretch/>
        </p:blipFill>
        <p:spPr bwMode="auto">
          <a:xfrm>
            <a:off x="563876" y="571501"/>
            <a:ext cx="5383334" cy="333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938DD8-0EAE-5594-E26E-C804B8B58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4149" b="-2"/>
          <a:stretch/>
        </p:blipFill>
        <p:spPr>
          <a:xfrm>
            <a:off x="6237334" y="571501"/>
            <a:ext cx="5383334" cy="3334394"/>
          </a:xfrm>
          <a:prstGeom prst="rect">
            <a:avLst/>
          </a:prstGeom>
        </p:spPr>
      </p:pic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D927055D-9ECF-487E-91DD-FFA84AB9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333" y="4337068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CB887-7292-11E3-933E-6B64E64B0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8315" y="4572001"/>
            <a:ext cx="6902996" cy="15083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/>
            <a:r>
              <a:rPr lang="en-US" dirty="0"/>
              <a:t>PDMA is a molecule currently being researched as a possible fertilizer to increase rice yields. Geochemical software can be used to simulate a variety of environments that the fertilizer might be used in.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F0DC1883-8AF7-483D-9074-3C6D8AF5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1CF89D75-E5AC-4C45-9D87-228849A4C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4337068"/>
            <a:ext cx="0" cy="1949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542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240FCEE-B6E2-46D0-9BB0-F45F7954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D2FB83-3783-4477-80B5-DA5BF10B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83EA203-71D5-49C0-9626-FFA8E4678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FD0F0B6-5415-4254-9E66-BE9C2FB0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A1EEF-53B0-EEDB-8ED7-05F08B9C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22960"/>
            <a:ext cx="3463784" cy="34546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/>
              <a:t>PHREEQC and the usage of geochemical simulation software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D66FEA8-8B71-461B-95A4-855374AB4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A4B168A-A51F-4C91-A9E4-A2F203CB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689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diagram of a computer software&#10;&#10;Description automatically generated">
            <a:extLst>
              <a:ext uri="{FF2B5EF4-FFF2-40B4-BE49-F238E27FC236}">
                <a16:creationId xmlns:a16="http://schemas.microsoft.com/office/drawing/2014/main" id="{0572BC03-CD7E-28E0-643F-D405CF2D5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45" y="852352"/>
            <a:ext cx="6435460" cy="5148367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5407E01-913B-484C-A03C-2C6402847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75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F3E7-6625-C8D6-A86C-D50603C2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/>
              <a:t>SOLUTION_MASTER_SPECIES &amp; SOLUTION_SPECIES</a:t>
            </a:r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9C06D6D5-7A42-EA01-C8F9-500E34015C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500" y="2420144"/>
            <a:ext cx="5341480" cy="3227703"/>
          </a:xfr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75C7F2-0360-CEC4-D5C1-466650FD5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08" y="2420143"/>
            <a:ext cx="5262818" cy="322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00BC-B31B-54B9-6A41-6F618A39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22960"/>
            <a:ext cx="10743692" cy="853440"/>
          </a:xfrm>
        </p:spPr>
        <p:txBody>
          <a:bodyPr anchor="t">
            <a:normAutofit/>
          </a:bodyPr>
          <a:lstStyle/>
          <a:p>
            <a:r>
              <a:rPr lang="en-US" dirty="0"/>
              <a:t>Objectives</a:t>
            </a:r>
            <a:endParaRPr lang="en-GB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2F00F91-9158-7AC1-153D-C82EEACE4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034510"/>
              </p:ext>
            </p:extLst>
          </p:nvPr>
        </p:nvGraphicFramePr>
        <p:xfrm>
          <a:off x="3751189" y="1061686"/>
          <a:ext cx="7880423" cy="4762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49C2964B-B363-5022-5347-F74048C0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2392537"/>
            <a:ext cx="1877059" cy="207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0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6A99-B340-D5DB-4ED9-FB9994CA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The problem - databases</a:t>
            </a:r>
            <a:endParaRPr lang="en-GB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7DCA34B5-D55F-4962-A116-C0F40F0074FD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20007676"/>
              </p:ext>
            </p:extLst>
          </p:nvPr>
        </p:nvGraphicFramePr>
        <p:xfrm>
          <a:off x="4787900" y="952500"/>
          <a:ext cx="7162800" cy="516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7854BF-9D7A-DE51-0A74-F45B52479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198488"/>
              </p:ext>
            </p:extLst>
          </p:nvPr>
        </p:nvGraphicFramePr>
        <p:xfrm>
          <a:off x="571499" y="2687320"/>
          <a:ext cx="3478788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596">
                  <a:extLst>
                    <a:ext uri="{9D8B030D-6E8A-4147-A177-3AD203B41FA5}">
                      <a16:colId xmlns:a16="http://schemas.microsoft.com/office/drawing/2014/main" val="321068192"/>
                    </a:ext>
                  </a:extLst>
                </a:gridCol>
                <a:gridCol w="1159596">
                  <a:extLst>
                    <a:ext uri="{9D8B030D-6E8A-4147-A177-3AD203B41FA5}">
                      <a16:colId xmlns:a16="http://schemas.microsoft.com/office/drawing/2014/main" val="423686532"/>
                    </a:ext>
                  </a:extLst>
                </a:gridCol>
                <a:gridCol w="1159596">
                  <a:extLst>
                    <a:ext uri="{9D8B030D-6E8A-4147-A177-3AD203B41FA5}">
                      <a16:colId xmlns:a16="http://schemas.microsoft.com/office/drawing/2014/main" val="1610822939"/>
                    </a:ext>
                  </a:extLst>
                </a:gridCol>
              </a:tblGrid>
              <a:tr h="769620">
                <a:tc>
                  <a:txBody>
                    <a:bodyPr/>
                    <a:lstStyle/>
                    <a:p>
                      <a:r>
                        <a:rPr lang="en-GB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119026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r>
                        <a:rPr lang="en-GB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  <a:r>
                        <a:rPr lang="en-GB" sz="1600" dirty="0"/>
                        <a:t>2</a:t>
                      </a:r>
                      <a:r>
                        <a:rPr lang="en-GB" dirty="0"/>
                        <a:t>AsO</a:t>
                      </a:r>
                      <a:r>
                        <a:rPr lang="en-GB" baseline="-25000" dirty="0"/>
                        <a:t>4</a:t>
                      </a:r>
                      <a:r>
                        <a:rPr lang="en-GB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LLNL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46061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r>
                        <a:rPr lang="en-GB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  <a:r>
                        <a:rPr lang="en-GB" baseline="-25000" dirty="0"/>
                        <a:t>3</a:t>
                      </a:r>
                      <a:r>
                        <a:rPr lang="en-GB" dirty="0"/>
                        <a:t>AsO</a:t>
                      </a:r>
                      <a:r>
                        <a:rPr lang="en-GB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MINTEQ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978272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r>
                        <a:rPr lang="en-GB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AsO</a:t>
                      </a:r>
                      <a:r>
                        <a:rPr lang="en-GB" baseline="-25000" dirty="0"/>
                        <a:t>4</a:t>
                      </a:r>
                      <a:r>
                        <a:rPr lang="en-GB" baseline="300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057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63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8C4A-9DF9-E81E-A4D8-F054CC9F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SOLUTION_MASTER_SPECIES Conflicts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9CB8D-B118-F084-E00B-CA741D76AB13}"/>
              </a:ext>
            </a:extLst>
          </p:cNvPr>
          <p:cNvSpPr txBox="1"/>
          <p:nvPr/>
        </p:nvSpPr>
        <p:spPr>
          <a:xfrm>
            <a:off x="698500" y="1993900"/>
            <a:ext cx="26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Alkalinity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155A7-D88D-3C3A-EFD2-C72415A8B85F}"/>
              </a:ext>
            </a:extLst>
          </p:cNvPr>
          <p:cNvSpPr txBox="1"/>
          <p:nvPr/>
        </p:nvSpPr>
        <p:spPr>
          <a:xfrm>
            <a:off x="4269746" y="1993899"/>
            <a:ext cx="3652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Gram Formula Weight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47E802-80C7-F9AB-F208-07654ACEF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1" y="2560974"/>
            <a:ext cx="2889004" cy="343452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3C65976-F825-FF44-A9D2-A836C35ACBB3}"/>
              </a:ext>
            </a:extLst>
          </p:cNvPr>
          <p:cNvSpPr txBox="1"/>
          <p:nvPr/>
        </p:nvSpPr>
        <p:spPr>
          <a:xfrm>
            <a:off x="8420100" y="1993898"/>
            <a:ext cx="320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Element-Species Definitions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1FA0905-23A8-E5DE-1786-4A42557B9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5" y="2560974"/>
            <a:ext cx="2854044" cy="343452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490B017-20E5-72DF-93DB-9970064A0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252" y="2560973"/>
            <a:ext cx="4509496" cy="343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0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40FCEE-B6E2-46D0-9BB0-F45F7954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D2FB83-3783-4477-80B5-DA5BF10B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3EA203-71D5-49C0-9626-FFA8E4678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63AB9E1-499E-41EB-A74E-905920CC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A01E7-48ED-3D53-71A3-F949232F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046" y="4817294"/>
            <a:ext cx="6857321" cy="12695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800" dirty="0"/>
              <a:t>SOLUTION_SPECIES Conflicts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44FF50-1583-EC26-135F-63BEF72B6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r="6984" b="1"/>
          <a:stretch/>
        </p:blipFill>
        <p:spPr>
          <a:xfrm>
            <a:off x="6240724" y="571500"/>
            <a:ext cx="5389457" cy="378069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D5B6F1A-4974-4BCA-8395-D9973EF91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458AAC-F667-498F-A263-A8C7AB4F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AADB4C3-95D8-46A5-A7DB-F9BCC920C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4300" y="4614653"/>
            <a:ext cx="0" cy="1674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CC55573-AAD0-A086-905E-46B802818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7" y="571501"/>
            <a:ext cx="4217671" cy="378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5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674D-D94C-C37B-5872-FBA8DF6D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n-US" dirty="0"/>
              <a:t>Unified Database composition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94C59-B783-AF4B-2ED8-757EC12DF6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669642"/>
              </p:ext>
            </p:extLst>
          </p:nvPr>
        </p:nvGraphicFramePr>
        <p:xfrm>
          <a:off x="571500" y="1936417"/>
          <a:ext cx="11060113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7052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C3E-87F1-59D8-3972-6A7489CE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dirty="0"/>
              <a:t>Database validation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B71FCFD-2570-6908-4605-6F73688BD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5"/>
            <a:ext cx="6907844" cy="95142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Basic Simulation Using Master and LLNL databases </a:t>
            </a:r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4C78468-88CD-1CC3-6EA6-7EE54EC42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5270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Same simulation with Tipping and WaterQ4F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ED561-97C0-2787-DBFD-6BDAA577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35" y="1798806"/>
            <a:ext cx="6913366" cy="4061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F006D8-58E8-1EFD-23FD-D46876070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98" y="3210204"/>
            <a:ext cx="2695301" cy="28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5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56B5D9-1DCD-11B7-035F-A24FE793EF6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 comparative analysis of PHREEQC databases was conducted and areas of further investigation were identified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 general-use database containing information from several PHREEQC databases was developed.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A68C5-21BE-8AEC-8A31-262131746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validation trials of novel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Include other data blocks present in PHREEQC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 more robust scraping methods for databases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811D867-5155-28D2-BCBB-B0263C982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19" y="1306760"/>
            <a:ext cx="3345366" cy="36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255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814345-41DE-42C5-8657-66C1417DF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68E419-3727-4F5E-8840-AF149B33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19B6EC-D7AE-452F-8D0C-D11BD3377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889F449-A8C1-4223-8D3F-453A7C93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B27EA1-835D-6B31-3C07-2069509D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786384"/>
            <a:ext cx="3390158" cy="51057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Citations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F3C27F-5DD1-4734-BC17-6CA44602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090CEE-42FF-4CEE-ABF8-11F35C290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483DE6-F425-4CA0-9983-0778A131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Vertical Text Placeholder 5">
            <a:extLst>
              <a:ext uri="{FF2B5EF4-FFF2-40B4-BE49-F238E27FC236}">
                <a16:creationId xmlns:a16="http://schemas.microsoft.com/office/drawing/2014/main" id="{9D72DF99-EAEB-3E80-EF5A-82DB5F06E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27835" y="920376"/>
            <a:ext cx="6692666" cy="497177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 algn="l"/>
            <a:r>
              <a:rPr lang="en-GB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Suzuki,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Motofumi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et al. “Development of a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Mugineic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Acid Family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Phytosiderophore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Analog as an Iron Fertilizer.”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Nature Communications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vol. 12, no. 1, 10 Mar. 2021, p. 1558, www.nature.com/articles/s41467-021-21837-6, https://doi.org/10.1038/s41467-021-21837-6. Accessed 25 Apr. 2022.</a:t>
            </a:r>
          </a:p>
        </p:txBody>
      </p:sp>
    </p:spTree>
    <p:extLst>
      <p:ext uri="{BB962C8B-B14F-4D97-AF65-F5344CB8AC3E}">
        <p14:creationId xmlns:p14="http://schemas.microsoft.com/office/powerpoint/2010/main" val="2819533869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RegularSeed_2SEEDS">
      <a:dk1>
        <a:srgbClr val="000000"/>
      </a:dk1>
      <a:lt1>
        <a:srgbClr val="FFFFFF"/>
      </a:lt1>
      <a:dk2>
        <a:srgbClr val="3D2229"/>
      </a:dk2>
      <a:lt2>
        <a:srgbClr val="E2E5E8"/>
      </a:lt2>
      <a:accent1>
        <a:srgbClr val="D56A17"/>
      </a:accent1>
      <a:accent2>
        <a:srgbClr val="E72D29"/>
      </a:accent2>
      <a:accent3>
        <a:srgbClr val="B8A221"/>
      </a:accent3>
      <a:accent4>
        <a:srgbClr val="14B4A3"/>
      </a:accent4>
      <a:accent5>
        <a:srgbClr val="29ADE7"/>
      </a:accent5>
      <a:accent6>
        <a:srgbClr val="174CD5"/>
      </a:accent6>
      <a:hlink>
        <a:srgbClr val="3F87BF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574</Words>
  <Application>Microsoft Office PowerPoint</Application>
  <PresentationFormat>Widescreen</PresentationFormat>
  <Paragraphs>89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Batang</vt:lpstr>
      <vt:lpstr>Aptos</vt:lpstr>
      <vt:lpstr>Arial</vt:lpstr>
      <vt:lpstr>Avenir Next LT Pro Light</vt:lpstr>
      <vt:lpstr>Calibri</vt:lpstr>
      <vt:lpstr>AlignmentVTI</vt:lpstr>
      <vt:lpstr>Achieving Internal Consistency in Databases used by Aqueous Modelling Software</vt:lpstr>
      <vt:lpstr>Motivation: Ligand-based fertilizer</vt:lpstr>
      <vt:lpstr>PHREEQC and the usage of geochemical simulation software</vt:lpstr>
      <vt:lpstr>SOLUTION_MASTER_SPECIES &amp; SOLUTION_SPECIES</vt:lpstr>
      <vt:lpstr>Objectives</vt:lpstr>
      <vt:lpstr>The problem - databases</vt:lpstr>
      <vt:lpstr>SOLUTION_MASTER_SPECIES Conflicts</vt:lpstr>
      <vt:lpstr>SOLUTION_SPECIES Conflicts</vt:lpstr>
      <vt:lpstr>Unified Database composition</vt:lpstr>
      <vt:lpstr>Database validation</vt:lpstr>
      <vt:lpstr>PowerPoint Presentation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Leiper, Josh J</dc:creator>
  <cp:lastModifiedBy>Leiper, Josh J</cp:lastModifiedBy>
  <cp:revision>6</cp:revision>
  <dcterms:created xsi:type="dcterms:W3CDTF">2024-08-16T10:09:16Z</dcterms:created>
  <dcterms:modified xsi:type="dcterms:W3CDTF">2024-09-13T13:03:49Z</dcterms:modified>
</cp:coreProperties>
</file>