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D75D64-44FB-4A4B-B218-F02F02FE578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3894445-09DF-4570-8F34-A57F52E24C87}">
      <dgm:prSet/>
      <dgm:spPr/>
      <dgm:t>
        <a:bodyPr/>
        <a:lstStyle/>
        <a:p>
          <a:pPr>
            <a:defRPr b="1"/>
          </a:pPr>
          <a:r>
            <a:rPr lang="en-US"/>
            <a:t>Geochemical software</a:t>
          </a:r>
        </a:p>
      </dgm:t>
    </dgm:pt>
    <dgm:pt modelId="{34E2FB4B-F2AE-4234-93C5-7800090499E5}" type="parTrans" cxnId="{68B3A174-C247-4F66-87AC-B16F79CEA5B2}">
      <dgm:prSet/>
      <dgm:spPr/>
      <dgm:t>
        <a:bodyPr/>
        <a:lstStyle/>
        <a:p>
          <a:endParaRPr lang="en-US"/>
        </a:p>
      </dgm:t>
    </dgm:pt>
    <dgm:pt modelId="{5D2BDE3C-5BCF-4EF6-9B66-F0FF7514A1BB}" type="sibTrans" cxnId="{68B3A174-C247-4F66-87AC-B16F79CEA5B2}">
      <dgm:prSet/>
      <dgm:spPr/>
      <dgm:t>
        <a:bodyPr/>
        <a:lstStyle/>
        <a:p>
          <a:endParaRPr lang="en-US"/>
        </a:p>
      </dgm:t>
    </dgm:pt>
    <dgm:pt modelId="{BFEA6F3C-6894-440E-8FD0-43628F3AF323}">
      <dgm:prSet/>
      <dgm:spPr/>
      <dgm:t>
        <a:bodyPr/>
        <a:lstStyle/>
        <a:p>
          <a:r>
            <a:rPr lang="en-US"/>
            <a:t>How it works</a:t>
          </a:r>
        </a:p>
      </dgm:t>
    </dgm:pt>
    <dgm:pt modelId="{6D6B75C6-1258-4DB6-9438-D57930B957AB}" type="parTrans" cxnId="{8770E8FE-F670-4D31-85A1-CBB53E1E7CD8}">
      <dgm:prSet/>
      <dgm:spPr/>
      <dgm:t>
        <a:bodyPr/>
        <a:lstStyle/>
        <a:p>
          <a:endParaRPr lang="en-US"/>
        </a:p>
      </dgm:t>
    </dgm:pt>
    <dgm:pt modelId="{728CF51B-6CFC-4770-9506-18DD134FBC21}" type="sibTrans" cxnId="{8770E8FE-F670-4D31-85A1-CBB53E1E7CD8}">
      <dgm:prSet/>
      <dgm:spPr/>
      <dgm:t>
        <a:bodyPr/>
        <a:lstStyle/>
        <a:p>
          <a:endParaRPr lang="en-US"/>
        </a:p>
      </dgm:t>
    </dgm:pt>
    <dgm:pt modelId="{38CE5FC5-7E8A-4EA9-A3A5-B9CD215A21FC}">
      <dgm:prSet/>
      <dgm:spPr/>
      <dgm:t>
        <a:bodyPr/>
        <a:lstStyle/>
        <a:p>
          <a:r>
            <a:rPr lang="en-US"/>
            <a:t>What are the user inputs</a:t>
          </a:r>
        </a:p>
      </dgm:t>
    </dgm:pt>
    <dgm:pt modelId="{06D1DFD9-727C-4CB0-A563-CFEF8FB3E2E7}" type="parTrans" cxnId="{C14EBD30-987D-40F6-8304-B5F8F685B466}">
      <dgm:prSet/>
      <dgm:spPr/>
      <dgm:t>
        <a:bodyPr/>
        <a:lstStyle/>
        <a:p>
          <a:endParaRPr lang="en-US"/>
        </a:p>
      </dgm:t>
    </dgm:pt>
    <dgm:pt modelId="{9D876DE0-27FB-4DE1-B7A3-65CA7941DC9E}" type="sibTrans" cxnId="{C14EBD30-987D-40F6-8304-B5F8F685B466}">
      <dgm:prSet/>
      <dgm:spPr/>
      <dgm:t>
        <a:bodyPr/>
        <a:lstStyle/>
        <a:p>
          <a:endParaRPr lang="en-US"/>
        </a:p>
      </dgm:t>
    </dgm:pt>
    <dgm:pt modelId="{DBE75A7D-97CF-44D3-900B-391E45F68484}">
      <dgm:prSet/>
      <dgm:spPr/>
      <dgm:t>
        <a:bodyPr/>
        <a:lstStyle/>
        <a:p>
          <a:r>
            <a:rPr lang="en-US"/>
            <a:t>Available options</a:t>
          </a:r>
        </a:p>
      </dgm:t>
    </dgm:pt>
    <dgm:pt modelId="{3E95A118-828D-48A2-8066-7BB0C17A3D88}" type="parTrans" cxnId="{1657B306-1A52-44F8-8E58-5E49D97CA65E}">
      <dgm:prSet/>
      <dgm:spPr/>
      <dgm:t>
        <a:bodyPr/>
        <a:lstStyle/>
        <a:p>
          <a:endParaRPr lang="en-US"/>
        </a:p>
      </dgm:t>
    </dgm:pt>
    <dgm:pt modelId="{B3FBEDF0-39FC-4E11-B08F-35977ECE7B4D}" type="sibTrans" cxnId="{1657B306-1A52-44F8-8E58-5E49D97CA65E}">
      <dgm:prSet/>
      <dgm:spPr/>
      <dgm:t>
        <a:bodyPr/>
        <a:lstStyle/>
        <a:p>
          <a:endParaRPr lang="en-US"/>
        </a:p>
      </dgm:t>
    </dgm:pt>
    <dgm:pt modelId="{6188BDE8-7B0F-4E61-B7F3-76DB67EC1D01}">
      <dgm:prSet/>
      <dgm:spPr/>
      <dgm:t>
        <a:bodyPr/>
        <a:lstStyle/>
        <a:p>
          <a:pPr>
            <a:defRPr b="1"/>
          </a:pPr>
          <a:r>
            <a:rPr lang="en-GB"/>
            <a:t>Why PHREEQC over other applications</a:t>
          </a:r>
          <a:endParaRPr lang="en-US"/>
        </a:p>
      </dgm:t>
    </dgm:pt>
    <dgm:pt modelId="{A5C73ABF-ECC8-4481-AF3C-A532B44C76A4}" type="parTrans" cxnId="{0A95878D-15EB-491F-BB82-F0B31C770D42}">
      <dgm:prSet/>
      <dgm:spPr/>
      <dgm:t>
        <a:bodyPr/>
        <a:lstStyle/>
        <a:p>
          <a:endParaRPr lang="en-US"/>
        </a:p>
      </dgm:t>
    </dgm:pt>
    <dgm:pt modelId="{D1AD22A1-7D75-4AD9-A74D-F94B024377C4}" type="sibTrans" cxnId="{0A95878D-15EB-491F-BB82-F0B31C770D42}">
      <dgm:prSet/>
      <dgm:spPr/>
      <dgm:t>
        <a:bodyPr/>
        <a:lstStyle/>
        <a:p>
          <a:endParaRPr lang="en-US"/>
        </a:p>
      </dgm:t>
    </dgm:pt>
    <dgm:pt modelId="{A979486B-1A3A-4DDF-951E-0152DBB55EC5}">
      <dgm:prSet/>
      <dgm:spPr/>
      <dgm:t>
        <a:bodyPr/>
        <a:lstStyle/>
        <a:p>
          <a:r>
            <a:rPr lang="en-GB"/>
            <a:t>Free, open sourced, maintained, customizable, and highly scripting friendly</a:t>
          </a:r>
          <a:endParaRPr lang="en-US"/>
        </a:p>
      </dgm:t>
    </dgm:pt>
    <dgm:pt modelId="{681D3581-5A20-4FC2-862A-F4110CEBAEAB}" type="parTrans" cxnId="{79C91FA9-D593-49C3-858D-5C51BCA4C558}">
      <dgm:prSet/>
      <dgm:spPr/>
      <dgm:t>
        <a:bodyPr/>
        <a:lstStyle/>
        <a:p>
          <a:endParaRPr lang="en-US"/>
        </a:p>
      </dgm:t>
    </dgm:pt>
    <dgm:pt modelId="{E46BA792-5F52-406E-976A-58B8D648D0B3}" type="sibTrans" cxnId="{79C91FA9-D593-49C3-858D-5C51BCA4C558}">
      <dgm:prSet/>
      <dgm:spPr/>
      <dgm:t>
        <a:bodyPr/>
        <a:lstStyle/>
        <a:p>
          <a:endParaRPr lang="en-US"/>
        </a:p>
      </dgm:t>
    </dgm:pt>
    <dgm:pt modelId="{B2E9FFCD-AFE4-452C-BAD7-C87159D8C238}" type="pres">
      <dgm:prSet presAssocID="{64D75D64-44FB-4A4B-B218-F02F02FE5785}" presName="root" presStyleCnt="0">
        <dgm:presLayoutVars>
          <dgm:dir/>
          <dgm:resizeHandles val="exact"/>
        </dgm:presLayoutVars>
      </dgm:prSet>
      <dgm:spPr/>
    </dgm:pt>
    <dgm:pt modelId="{31694A82-1CD7-4A8C-84AF-66AA229C34F9}" type="pres">
      <dgm:prSet presAssocID="{B3894445-09DF-4570-8F34-A57F52E24C87}" presName="compNode" presStyleCnt="0"/>
      <dgm:spPr/>
    </dgm:pt>
    <dgm:pt modelId="{8D4EC3B7-844B-4BD2-B18B-4D536B6EF2AC}" type="pres">
      <dgm:prSet presAssocID="{B3894445-09DF-4570-8F34-A57F52E24C8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A11AC17-3EE5-41EC-A569-3BF3EF4D9BDD}" type="pres">
      <dgm:prSet presAssocID="{B3894445-09DF-4570-8F34-A57F52E24C87}" presName="iconSpace" presStyleCnt="0"/>
      <dgm:spPr/>
    </dgm:pt>
    <dgm:pt modelId="{F4973F73-4E7C-4A67-97C3-194201ABCD93}" type="pres">
      <dgm:prSet presAssocID="{B3894445-09DF-4570-8F34-A57F52E24C87}" presName="parTx" presStyleLbl="revTx" presStyleIdx="0" presStyleCnt="4">
        <dgm:presLayoutVars>
          <dgm:chMax val="0"/>
          <dgm:chPref val="0"/>
        </dgm:presLayoutVars>
      </dgm:prSet>
      <dgm:spPr/>
    </dgm:pt>
    <dgm:pt modelId="{529FA9D1-7A2C-4404-A017-DBDA7685D224}" type="pres">
      <dgm:prSet presAssocID="{B3894445-09DF-4570-8F34-A57F52E24C87}" presName="txSpace" presStyleCnt="0"/>
      <dgm:spPr/>
    </dgm:pt>
    <dgm:pt modelId="{3A6B5792-B031-4502-8355-867E0448B138}" type="pres">
      <dgm:prSet presAssocID="{B3894445-09DF-4570-8F34-A57F52E24C87}" presName="desTx" presStyleLbl="revTx" presStyleIdx="1" presStyleCnt="4">
        <dgm:presLayoutVars/>
      </dgm:prSet>
      <dgm:spPr/>
    </dgm:pt>
    <dgm:pt modelId="{6397AE88-E23A-4068-8633-ADA1507BA326}" type="pres">
      <dgm:prSet presAssocID="{5D2BDE3C-5BCF-4EF6-9B66-F0FF7514A1BB}" presName="sibTrans" presStyleCnt="0"/>
      <dgm:spPr/>
    </dgm:pt>
    <dgm:pt modelId="{EECE9135-177F-48F1-BAA3-010E6C701B25}" type="pres">
      <dgm:prSet presAssocID="{6188BDE8-7B0F-4E61-B7F3-76DB67EC1D01}" presName="compNode" presStyleCnt="0"/>
      <dgm:spPr/>
    </dgm:pt>
    <dgm:pt modelId="{11035B2B-F7D3-443B-8AC3-B3D9D0EE9BC0}" type="pres">
      <dgm:prSet presAssocID="{6188BDE8-7B0F-4E61-B7F3-76DB67EC1D0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9D6D107-BE7A-4397-9B46-045ED4B80B6F}" type="pres">
      <dgm:prSet presAssocID="{6188BDE8-7B0F-4E61-B7F3-76DB67EC1D01}" presName="iconSpace" presStyleCnt="0"/>
      <dgm:spPr/>
    </dgm:pt>
    <dgm:pt modelId="{B7A2B1D7-5299-4709-9F5E-B016BC04F29F}" type="pres">
      <dgm:prSet presAssocID="{6188BDE8-7B0F-4E61-B7F3-76DB67EC1D01}" presName="parTx" presStyleLbl="revTx" presStyleIdx="2" presStyleCnt="4">
        <dgm:presLayoutVars>
          <dgm:chMax val="0"/>
          <dgm:chPref val="0"/>
        </dgm:presLayoutVars>
      </dgm:prSet>
      <dgm:spPr/>
    </dgm:pt>
    <dgm:pt modelId="{A10268D6-393B-4907-A663-42057B88B002}" type="pres">
      <dgm:prSet presAssocID="{6188BDE8-7B0F-4E61-B7F3-76DB67EC1D01}" presName="txSpace" presStyleCnt="0"/>
      <dgm:spPr/>
    </dgm:pt>
    <dgm:pt modelId="{F73AD344-EABF-47BD-96AB-0956C8DCBAE5}" type="pres">
      <dgm:prSet presAssocID="{6188BDE8-7B0F-4E61-B7F3-76DB67EC1D01}" presName="desTx" presStyleLbl="revTx" presStyleIdx="3" presStyleCnt="4">
        <dgm:presLayoutVars/>
      </dgm:prSet>
      <dgm:spPr/>
    </dgm:pt>
  </dgm:ptLst>
  <dgm:cxnLst>
    <dgm:cxn modelId="{1657B306-1A52-44F8-8E58-5E49D97CA65E}" srcId="{B3894445-09DF-4570-8F34-A57F52E24C87}" destId="{DBE75A7D-97CF-44D3-900B-391E45F68484}" srcOrd="2" destOrd="0" parTransId="{3E95A118-828D-48A2-8066-7BB0C17A3D88}" sibTransId="{B3FBEDF0-39FC-4E11-B08F-35977ECE7B4D}"/>
    <dgm:cxn modelId="{D4E3FB0B-EB7C-4822-8C72-C47EA2789ED7}" type="presOf" srcId="{BFEA6F3C-6894-440E-8FD0-43628F3AF323}" destId="{3A6B5792-B031-4502-8355-867E0448B138}" srcOrd="0" destOrd="0" presId="urn:microsoft.com/office/officeart/2018/5/layout/CenteredIconLabelDescriptionList"/>
    <dgm:cxn modelId="{E5C6941C-041A-471E-8CA7-C34DFCE7222D}" type="presOf" srcId="{64D75D64-44FB-4A4B-B218-F02F02FE5785}" destId="{B2E9FFCD-AFE4-452C-BAD7-C87159D8C238}" srcOrd="0" destOrd="0" presId="urn:microsoft.com/office/officeart/2018/5/layout/CenteredIconLabelDescriptionList"/>
    <dgm:cxn modelId="{38535F28-CA13-4F8F-9BC7-884B17C86581}" type="presOf" srcId="{38CE5FC5-7E8A-4EA9-A3A5-B9CD215A21FC}" destId="{3A6B5792-B031-4502-8355-867E0448B138}" srcOrd="0" destOrd="1" presId="urn:microsoft.com/office/officeart/2018/5/layout/CenteredIconLabelDescriptionList"/>
    <dgm:cxn modelId="{C14EBD30-987D-40F6-8304-B5F8F685B466}" srcId="{B3894445-09DF-4570-8F34-A57F52E24C87}" destId="{38CE5FC5-7E8A-4EA9-A3A5-B9CD215A21FC}" srcOrd="1" destOrd="0" parTransId="{06D1DFD9-727C-4CB0-A563-CFEF8FB3E2E7}" sibTransId="{9D876DE0-27FB-4DE1-B7A3-65CA7941DC9E}"/>
    <dgm:cxn modelId="{68B3A174-C247-4F66-87AC-B16F79CEA5B2}" srcId="{64D75D64-44FB-4A4B-B218-F02F02FE5785}" destId="{B3894445-09DF-4570-8F34-A57F52E24C87}" srcOrd="0" destOrd="0" parTransId="{34E2FB4B-F2AE-4234-93C5-7800090499E5}" sibTransId="{5D2BDE3C-5BCF-4EF6-9B66-F0FF7514A1BB}"/>
    <dgm:cxn modelId="{0A95878D-15EB-491F-BB82-F0B31C770D42}" srcId="{64D75D64-44FB-4A4B-B218-F02F02FE5785}" destId="{6188BDE8-7B0F-4E61-B7F3-76DB67EC1D01}" srcOrd="1" destOrd="0" parTransId="{A5C73ABF-ECC8-4481-AF3C-A532B44C76A4}" sibTransId="{D1AD22A1-7D75-4AD9-A74D-F94B024377C4}"/>
    <dgm:cxn modelId="{111435A8-4BE8-4C50-AF26-C72C6A448F88}" type="presOf" srcId="{B3894445-09DF-4570-8F34-A57F52E24C87}" destId="{F4973F73-4E7C-4A67-97C3-194201ABCD93}" srcOrd="0" destOrd="0" presId="urn:microsoft.com/office/officeart/2018/5/layout/CenteredIconLabelDescriptionList"/>
    <dgm:cxn modelId="{79C91FA9-D593-49C3-858D-5C51BCA4C558}" srcId="{6188BDE8-7B0F-4E61-B7F3-76DB67EC1D01}" destId="{A979486B-1A3A-4DDF-951E-0152DBB55EC5}" srcOrd="0" destOrd="0" parTransId="{681D3581-5A20-4FC2-862A-F4110CEBAEAB}" sibTransId="{E46BA792-5F52-406E-976A-58B8D648D0B3}"/>
    <dgm:cxn modelId="{AA16B3B5-C9DF-49C0-B5B1-1FE8CD5B6100}" type="presOf" srcId="{DBE75A7D-97CF-44D3-900B-391E45F68484}" destId="{3A6B5792-B031-4502-8355-867E0448B138}" srcOrd="0" destOrd="2" presId="urn:microsoft.com/office/officeart/2018/5/layout/CenteredIconLabelDescriptionList"/>
    <dgm:cxn modelId="{DBB663ED-9E86-4BCC-B7EF-14F8E3D5F333}" type="presOf" srcId="{A979486B-1A3A-4DDF-951E-0152DBB55EC5}" destId="{F73AD344-EABF-47BD-96AB-0956C8DCBAE5}" srcOrd="0" destOrd="0" presId="urn:microsoft.com/office/officeart/2018/5/layout/CenteredIconLabelDescriptionList"/>
    <dgm:cxn modelId="{B53F58FE-6F84-405D-8876-015F579772BE}" type="presOf" srcId="{6188BDE8-7B0F-4E61-B7F3-76DB67EC1D01}" destId="{B7A2B1D7-5299-4709-9F5E-B016BC04F29F}" srcOrd="0" destOrd="0" presId="urn:microsoft.com/office/officeart/2018/5/layout/CenteredIconLabelDescriptionList"/>
    <dgm:cxn modelId="{8770E8FE-F670-4D31-85A1-CBB53E1E7CD8}" srcId="{B3894445-09DF-4570-8F34-A57F52E24C87}" destId="{BFEA6F3C-6894-440E-8FD0-43628F3AF323}" srcOrd="0" destOrd="0" parTransId="{6D6B75C6-1258-4DB6-9438-D57930B957AB}" sibTransId="{728CF51B-6CFC-4770-9506-18DD134FBC21}"/>
    <dgm:cxn modelId="{683A2ADC-B76C-4F40-8AC2-54C3B1F3A9D0}" type="presParOf" srcId="{B2E9FFCD-AFE4-452C-BAD7-C87159D8C238}" destId="{31694A82-1CD7-4A8C-84AF-66AA229C34F9}" srcOrd="0" destOrd="0" presId="urn:microsoft.com/office/officeart/2018/5/layout/CenteredIconLabelDescriptionList"/>
    <dgm:cxn modelId="{EFF8D992-44FE-414E-B224-767C9C0DFFDA}" type="presParOf" srcId="{31694A82-1CD7-4A8C-84AF-66AA229C34F9}" destId="{8D4EC3B7-844B-4BD2-B18B-4D536B6EF2AC}" srcOrd="0" destOrd="0" presId="urn:microsoft.com/office/officeart/2018/5/layout/CenteredIconLabelDescriptionList"/>
    <dgm:cxn modelId="{B150262A-BE3C-4D70-8C79-781D65274F6F}" type="presParOf" srcId="{31694A82-1CD7-4A8C-84AF-66AA229C34F9}" destId="{9A11AC17-3EE5-41EC-A569-3BF3EF4D9BDD}" srcOrd="1" destOrd="0" presId="urn:microsoft.com/office/officeart/2018/5/layout/CenteredIconLabelDescriptionList"/>
    <dgm:cxn modelId="{30255861-9270-4B80-8EED-A2F8F05174BC}" type="presParOf" srcId="{31694A82-1CD7-4A8C-84AF-66AA229C34F9}" destId="{F4973F73-4E7C-4A67-97C3-194201ABCD93}" srcOrd="2" destOrd="0" presId="urn:microsoft.com/office/officeart/2018/5/layout/CenteredIconLabelDescriptionList"/>
    <dgm:cxn modelId="{34C76EC3-FCA4-449C-8FA0-38F426276DC7}" type="presParOf" srcId="{31694A82-1CD7-4A8C-84AF-66AA229C34F9}" destId="{529FA9D1-7A2C-4404-A017-DBDA7685D224}" srcOrd="3" destOrd="0" presId="urn:microsoft.com/office/officeart/2018/5/layout/CenteredIconLabelDescriptionList"/>
    <dgm:cxn modelId="{F95DCDFE-40B3-4BE3-902B-17C392339A73}" type="presParOf" srcId="{31694A82-1CD7-4A8C-84AF-66AA229C34F9}" destId="{3A6B5792-B031-4502-8355-867E0448B138}" srcOrd="4" destOrd="0" presId="urn:microsoft.com/office/officeart/2018/5/layout/CenteredIconLabelDescriptionList"/>
    <dgm:cxn modelId="{402B5827-8C1C-4E20-881D-61937BCC5C8B}" type="presParOf" srcId="{B2E9FFCD-AFE4-452C-BAD7-C87159D8C238}" destId="{6397AE88-E23A-4068-8633-ADA1507BA326}" srcOrd="1" destOrd="0" presId="urn:microsoft.com/office/officeart/2018/5/layout/CenteredIconLabelDescriptionList"/>
    <dgm:cxn modelId="{7E3D6586-BD44-43FF-8B37-0A6FDD4786FC}" type="presParOf" srcId="{B2E9FFCD-AFE4-452C-BAD7-C87159D8C238}" destId="{EECE9135-177F-48F1-BAA3-010E6C701B25}" srcOrd="2" destOrd="0" presId="urn:microsoft.com/office/officeart/2018/5/layout/CenteredIconLabelDescriptionList"/>
    <dgm:cxn modelId="{DAEAEA83-738B-4837-A981-300866268951}" type="presParOf" srcId="{EECE9135-177F-48F1-BAA3-010E6C701B25}" destId="{11035B2B-F7D3-443B-8AC3-B3D9D0EE9BC0}" srcOrd="0" destOrd="0" presId="urn:microsoft.com/office/officeart/2018/5/layout/CenteredIconLabelDescriptionList"/>
    <dgm:cxn modelId="{2216E6C7-2E88-43F1-AA9E-9329AA57F79D}" type="presParOf" srcId="{EECE9135-177F-48F1-BAA3-010E6C701B25}" destId="{89D6D107-BE7A-4397-9B46-045ED4B80B6F}" srcOrd="1" destOrd="0" presId="urn:microsoft.com/office/officeart/2018/5/layout/CenteredIconLabelDescriptionList"/>
    <dgm:cxn modelId="{7EA657DA-CA56-449E-8FE9-6B74239F6BCF}" type="presParOf" srcId="{EECE9135-177F-48F1-BAA3-010E6C701B25}" destId="{B7A2B1D7-5299-4709-9F5E-B016BC04F29F}" srcOrd="2" destOrd="0" presId="urn:microsoft.com/office/officeart/2018/5/layout/CenteredIconLabelDescriptionList"/>
    <dgm:cxn modelId="{07FD2568-F100-4EF7-BE87-19AFB2C79FA6}" type="presParOf" srcId="{EECE9135-177F-48F1-BAA3-010E6C701B25}" destId="{A10268D6-393B-4907-A663-42057B88B002}" srcOrd="3" destOrd="0" presId="urn:microsoft.com/office/officeart/2018/5/layout/CenteredIconLabelDescriptionList"/>
    <dgm:cxn modelId="{6D48605F-EF8D-42A1-B08E-F5F54F9B9741}" type="presParOf" srcId="{EECE9135-177F-48F1-BAA3-010E6C701B25}" destId="{F73AD344-EABF-47BD-96AB-0956C8DCBAE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272FC8-9FD7-4D1B-91FF-2EA55F2F3EB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E7FB8DD-E3EB-4583-A88C-C6E9C2DC40BE}">
      <dgm:prSet/>
      <dgm:spPr/>
      <dgm:t>
        <a:bodyPr/>
        <a:lstStyle/>
        <a:p>
          <a:r>
            <a:rPr lang="en-US" dirty="0"/>
            <a:t>PHREEQC requires a database of experimental chemical properties to run simulations</a:t>
          </a:r>
        </a:p>
      </dgm:t>
    </dgm:pt>
    <dgm:pt modelId="{496FC7FB-BCEE-4B7E-AA2B-099344271097}" type="parTrans" cxnId="{5F2C13E8-CA17-49DC-8CAD-AAE7F85E2226}">
      <dgm:prSet/>
      <dgm:spPr/>
      <dgm:t>
        <a:bodyPr/>
        <a:lstStyle/>
        <a:p>
          <a:endParaRPr lang="en-US"/>
        </a:p>
      </dgm:t>
    </dgm:pt>
    <dgm:pt modelId="{65D1B23B-BF37-4468-8EAC-906C85F4DEEC}" type="sibTrans" cxnId="{5F2C13E8-CA17-49DC-8CAD-AAE7F85E2226}">
      <dgm:prSet/>
      <dgm:spPr/>
      <dgm:t>
        <a:bodyPr/>
        <a:lstStyle/>
        <a:p>
          <a:endParaRPr lang="en-US"/>
        </a:p>
      </dgm:t>
    </dgm:pt>
    <dgm:pt modelId="{D7D42FFA-1DCE-4D38-9F2D-FCB960C57770}">
      <dgm:prSet/>
      <dgm:spPr/>
      <dgm:t>
        <a:bodyPr/>
        <a:lstStyle/>
        <a:p>
          <a:r>
            <a:rPr lang="en-US" dirty="0"/>
            <a:t>Each database has its own set of chemical species and equations</a:t>
          </a:r>
        </a:p>
      </dgm:t>
    </dgm:pt>
    <dgm:pt modelId="{3E47E451-F15A-4FEA-8A47-420956590BCD}" type="parTrans" cxnId="{8266E012-4A3C-42CE-933D-9CEDB4C841DD}">
      <dgm:prSet/>
      <dgm:spPr/>
      <dgm:t>
        <a:bodyPr/>
        <a:lstStyle/>
        <a:p>
          <a:endParaRPr lang="en-US"/>
        </a:p>
      </dgm:t>
    </dgm:pt>
    <dgm:pt modelId="{27E53682-EFC8-4A56-BBC5-1E39F2E1E42A}" type="sibTrans" cxnId="{8266E012-4A3C-42CE-933D-9CEDB4C841DD}">
      <dgm:prSet/>
      <dgm:spPr/>
      <dgm:t>
        <a:bodyPr/>
        <a:lstStyle/>
        <a:p>
          <a:endParaRPr lang="en-US"/>
        </a:p>
      </dgm:t>
    </dgm:pt>
    <dgm:pt modelId="{30288C1E-8E5C-46D5-A391-73767A84DAF3}">
      <dgm:prSet/>
      <dgm:spPr/>
      <dgm:t>
        <a:bodyPr/>
        <a:lstStyle/>
        <a:p>
          <a:r>
            <a:rPr lang="en-US"/>
            <a:t>LLNL</a:t>
          </a:r>
        </a:p>
      </dgm:t>
    </dgm:pt>
    <dgm:pt modelId="{FD4A2D9E-B218-4798-A800-E7C53AFB03AE}" type="parTrans" cxnId="{04CF7DE0-AFDE-4CBD-A838-0767CCE102C8}">
      <dgm:prSet/>
      <dgm:spPr/>
      <dgm:t>
        <a:bodyPr/>
        <a:lstStyle/>
        <a:p>
          <a:endParaRPr lang="en-US"/>
        </a:p>
      </dgm:t>
    </dgm:pt>
    <dgm:pt modelId="{F2CCE257-1F80-472F-8C43-0332B47B7FEE}" type="sibTrans" cxnId="{04CF7DE0-AFDE-4CBD-A838-0767CCE102C8}">
      <dgm:prSet/>
      <dgm:spPr/>
      <dgm:t>
        <a:bodyPr/>
        <a:lstStyle/>
        <a:p>
          <a:endParaRPr lang="en-US"/>
        </a:p>
      </dgm:t>
    </dgm:pt>
    <dgm:pt modelId="{08CA7998-BFA1-427B-8F7E-D75D12054D3E}">
      <dgm:prSet/>
      <dgm:spPr/>
      <dgm:t>
        <a:bodyPr/>
        <a:lstStyle/>
        <a:p>
          <a:r>
            <a:rPr lang="en-US"/>
            <a:t>PHREEQC</a:t>
          </a:r>
        </a:p>
      </dgm:t>
    </dgm:pt>
    <dgm:pt modelId="{2E0A974A-13A3-4F17-8C27-9470CC983F91}" type="parTrans" cxnId="{2D6A0A46-497D-4E1B-9413-3EF6CA2A7C6A}">
      <dgm:prSet/>
      <dgm:spPr/>
      <dgm:t>
        <a:bodyPr/>
        <a:lstStyle/>
        <a:p>
          <a:endParaRPr lang="en-US"/>
        </a:p>
      </dgm:t>
    </dgm:pt>
    <dgm:pt modelId="{8A183351-4762-41BC-B98B-30C2B999FCDB}" type="sibTrans" cxnId="{2D6A0A46-497D-4E1B-9413-3EF6CA2A7C6A}">
      <dgm:prSet/>
      <dgm:spPr/>
      <dgm:t>
        <a:bodyPr/>
        <a:lstStyle/>
        <a:p>
          <a:endParaRPr lang="en-US"/>
        </a:p>
      </dgm:t>
    </dgm:pt>
    <dgm:pt modelId="{34BE7F61-45AB-439B-BD14-89955B73180C}">
      <dgm:prSet/>
      <dgm:spPr/>
      <dgm:t>
        <a:bodyPr/>
        <a:lstStyle/>
        <a:p>
          <a:r>
            <a:rPr lang="en-US"/>
            <a:t>Minteq.v4</a:t>
          </a:r>
        </a:p>
      </dgm:t>
    </dgm:pt>
    <dgm:pt modelId="{EC0C2C8A-01DC-4CE5-BF83-B78B4A171B04}" type="parTrans" cxnId="{4D4E285F-E040-421A-A5E5-EC5EB3051A4C}">
      <dgm:prSet/>
      <dgm:spPr/>
      <dgm:t>
        <a:bodyPr/>
        <a:lstStyle/>
        <a:p>
          <a:endParaRPr lang="en-US"/>
        </a:p>
      </dgm:t>
    </dgm:pt>
    <dgm:pt modelId="{05BA11E8-6918-4E03-97A4-853D4A7C8559}" type="sibTrans" cxnId="{4D4E285F-E040-421A-A5E5-EC5EB3051A4C}">
      <dgm:prSet/>
      <dgm:spPr/>
      <dgm:t>
        <a:bodyPr/>
        <a:lstStyle/>
        <a:p>
          <a:endParaRPr lang="en-US"/>
        </a:p>
      </dgm:t>
    </dgm:pt>
    <dgm:pt modelId="{F2F9E7BB-E19A-41A5-8962-A798ACF4EE20}">
      <dgm:prSet/>
      <dgm:spPr/>
      <dgm:t>
        <a:bodyPr/>
        <a:lstStyle/>
        <a:p>
          <a:r>
            <a:rPr lang="en-US"/>
            <a:t>Tipping Hurley</a:t>
          </a:r>
        </a:p>
      </dgm:t>
    </dgm:pt>
    <dgm:pt modelId="{58DAA780-90DF-48DB-84CB-813FFEAEC60F}" type="parTrans" cxnId="{3CC3D51F-7E75-47C0-A56E-546F21A7F049}">
      <dgm:prSet/>
      <dgm:spPr/>
      <dgm:t>
        <a:bodyPr/>
        <a:lstStyle/>
        <a:p>
          <a:endParaRPr lang="en-US"/>
        </a:p>
      </dgm:t>
    </dgm:pt>
    <dgm:pt modelId="{0261EE58-3594-4C7C-B963-17B676A3F30D}" type="sibTrans" cxnId="{3CC3D51F-7E75-47C0-A56E-546F21A7F049}">
      <dgm:prSet/>
      <dgm:spPr/>
      <dgm:t>
        <a:bodyPr/>
        <a:lstStyle/>
        <a:p>
          <a:endParaRPr lang="en-US"/>
        </a:p>
      </dgm:t>
    </dgm:pt>
    <dgm:pt modelId="{5099D88E-6CA6-46A4-A280-780CB43E841B}">
      <dgm:prSet/>
      <dgm:spPr/>
      <dgm:t>
        <a:bodyPr/>
        <a:lstStyle/>
        <a:p>
          <a:r>
            <a:rPr lang="en-US"/>
            <a:t>SIT</a:t>
          </a:r>
        </a:p>
      </dgm:t>
    </dgm:pt>
    <dgm:pt modelId="{AE53D467-A911-44CB-B2D9-55B85DEA4796}" type="parTrans" cxnId="{EF188649-378C-47A5-8F39-8458BCE872E4}">
      <dgm:prSet/>
      <dgm:spPr/>
      <dgm:t>
        <a:bodyPr/>
        <a:lstStyle/>
        <a:p>
          <a:endParaRPr lang="en-US"/>
        </a:p>
      </dgm:t>
    </dgm:pt>
    <dgm:pt modelId="{0A9F3C72-7FA5-4FEF-AE14-8124E4C28624}" type="sibTrans" cxnId="{EF188649-378C-47A5-8F39-8458BCE872E4}">
      <dgm:prSet/>
      <dgm:spPr/>
      <dgm:t>
        <a:bodyPr/>
        <a:lstStyle/>
        <a:p>
          <a:endParaRPr lang="en-US"/>
        </a:p>
      </dgm:t>
    </dgm:pt>
    <dgm:pt modelId="{84F194D7-F78F-49C8-BFB2-5D1A4F62435C}">
      <dgm:prSet/>
      <dgm:spPr/>
      <dgm:t>
        <a:bodyPr/>
        <a:lstStyle/>
        <a:p>
          <a:r>
            <a:rPr lang="en-US"/>
            <a:t>Pitzer</a:t>
          </a:r>
        </a:p>
      </dgm:t>
    </dgm:pt>
    <dgm:pt modelId="{7C896930-292A-4810-B91C-27D0877867CA}" type="parTrans" cxnId="{6E72F022-A3AF-4390-BD94-73A65D972709}">
      <dgm:prSet/>
      <dgm:spPr/>
      <dgm:t>
        <a:bodyPr/>
        <a:lstStyle/>
        <a:p>
          <a:endParaRPr lang="en-US"/>
        </a:p>
      </dgm:t>
    </dgm:pt>
    <dgm:pt modelId="{1D77FCC2-EDE8-45B5-AFFE-F9CE2DEA2EAF}" type="sibTrans" cxnId="{6E72F022-A3AF-4390-BD94-73A65D972709}">
      <dgm:prSet/>
      <dgm:spPr/>
      <dgm:t>
        <a:bodyPr/>
        <a:lstStyle/>
        <a:p>
          <a:endParaRPr lang="en-US"/>
        </a:p>
      </dgm:t>
    </dgm:pt>
    <dgm:pt modelId="{1D1BD207-D778-4F39-BD23-674EC9F226BF}">
      <dgm:prSet/>
      <dgm:spPr/>
      <dgm:t>
        <a:bodyPr/>
        <a:lstStyle/>
        <a:p>
          <a:r>
            <a:rPr lang="en-US" dirty="0"/>
            <a:t>Choosing a database inherently limits chemical reaction options</a:t>
          </a:r>
        </a:p>
      </dgm:t>
    </dgm:pt>
    <dgm:pt modelId="{724C781A-AAD0-42F5-A976-77ED76FBCC29}" type="parTrans" cxnId="{10FEDE21-3869-4591-8063-C1708EAE321E}">
      <dgm:prSet/>
      <dgm:spPr/>
      <dgm:t>
        <a:bodyPr/>
        <a:lstStyle/>
        <a:p>
          <a:endParaRPr lang="en-US"/>
        </a:p>
      </dgm:t>
    </dgm:pt>
    <dgm:pt modelId="{600D42C0-26CC-4BF7-BEF3-2D3F57B057BA}" type="sibTrans" cxnId="{10FEDE21-3869-4591-8063-C1708EAE321E}">
      <dgm:prSet/>
      <dgm:spPr/>
      <dgm:t>
        <a:bodyPr/>
        <a:lstStyle/>
        <a:p>
          <a:endParaRPr lang="en-US"/>
        </a:p>
      </dgm:t>
    </dgm:pt>
    <dgm:pt modelId="{E1FE36CE-2E7B-449D-A93B-4A74CFF97C46}" type="pres">
      <dgm:prSet presAssocID="{08272FC8-9FD7-4D1B-91FF-2EA55F2F3EBC}" presName="linear" presStyleCnt="0">
        <dgm:presLayoutVars>
          <dgm:animLvl val="lvl"/>
          <dgm:resizeHandles val="exact"/>
        </dgm:presLayoutVars>
      </dgm:prSet>
      <dgm:spPr/>
    </dgm:pt>
    <dgm:pt modelId="{81848761-2187-4C99-966D-65CE39FAFA72}" type="pres">
      <dgm:prSet presAssocID="{6E7FB8DD-E3EB-4583-A88C-C6E9C2DC40B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E2F3905-72ED-4440-8C91-1CEBDBCD600E}" type="pres">
      <dgm:prSet presAssocID="{65D1B23B-BF37-4468-8EAC-906C85F4DEEC}" presName="spacer" presStyleCnt="0"/>
      <dgm:spPr/>
    </dgm:pt>
    <dgm:pt modelId="{7E146E6E-99B0-4CB1-A4DD-102DC33100EF}" type="pres">
      <dgm:prSet presAssocID="{D7D42FFA-1DCE-4D38-9F2D-FCB960C5777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879A207-4EE1-42AF-BE20-A50F17ECA291}" type="pres">
      <dgm:prSet presAssocID="{D7D42FFA-1DCE-4D38-9F2D-FCB960C57770}" presName="childText" presStyleLbl="revTx" presStyleIdx="0" presStyleCnt="1">
        <dgm:presLayoutVars>
          <dgm:bulletEnabled val="1"/>
        </dgm:presLayoutVars>
      </dgm:prSet>
      <dgm:spPr/>
    </dgm:pt>
    <dgm:pt modelId="{D4D000C0-C3D8-436D-8509-8BA5E43C3210}" type="pres">
      <dgm:prSet presAssocID="{1D1BD207-D778-4F39-BD23-674EC9F226B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266E012-4A3C-42CE-933D-9CEDB4C841DD}" srcId="{08272FC8-9FD7-4D1B-91FF-2EA55F2F3EBC}" destId="{D7D42FFA-1DCE-4D38-9F2D-FCB960C57770}" srcOrd="1" destOrd="0" parTransId="{3E47E451-F15A-4FEA-8A47-420956590BCD}" sibTransId="{27E53682-EFC8-4A56-BBC5-1E39F2E1E42A}"/>
    <dgm:cxn modelId="{3CC3D51F-7E75-47C0-A56E-546F21A7F049}" srcId="{D7D42FFA-1DCE-4D38-9F2D-FCB960C57770}" destId="{F2F9E7BB-E19A-41A5-8962-A798ACF4EE20}" srcOrd="3" destOrd="0" parTransId="{58DAA780-90DF-48DB-84CB-813FFEAEC60F}" sibTransId="{0261EE58-3594-4C7C-B963-17B676A3F30D}"/>
    <dgm:cxn modelId="{10FEDE21-3869-4591-8063-C1708EAE321E}" srcId="{08272FC8-9FD7-4D1B-91FF-2EA55F2F3EBC}" destId="{1D1BD207-D778-4F39-BD23-674EC9F226BF}" srcOrd="2" destOrd="0" parTransId="{724C781A-AAD0-42F5-A976-77ED76FBCC29}" sibTransId="{600D42C0-26CC-4BF7-BEF3-2D3F57B057BA}"/>
    <dgm:cxn modelId="{5129B722-8365-455A-8C44-22EE3244F756}" type="presOf" srcId="{5099D88E-6CA6-46A4-A280-780CB43E841B}" destId="{E879A207-4EE1-42AF-BE20-A50F17ECA291}" srcOrd="0" destOrd="4" presId="urn:microsoft.com/office/officeart/2005/8/layout/vList2"/>
    <dgm:cxn modelId="{6E72F022-A3AF-4390-BD94-73A65D972709}" srcId="{D7D42FFA-1DCE-4D38-9F2D-FCB960C57770}" destId="{84F194D7-F78F-49C8-BFB2-5D1A4F62435C}" srcOrd="5" destOrd="0" parTransId="{7C896930-292A-4810-B91C-27D0877867CA}" sibTransId="{1D77FCC2-EDE8-45B5-AFFE-F9CE2DEA2EAF}"/>
    <dgm:cxn modelId="{8ADB3826-8DBF-4481-A582-DB0DEAD6F7BD}" type="presOf" srcId="{84F194D7-F78F-49C8-BFB2-5D1A4F62435C}" destId="{E879A207-4EE1-42AF-BE20-A50F17ECA291}" srcOrd="0" destOrd="5" presId="urn:microsoft.com/office/officeart/2005/8/layout/vList2"/>
    <dgm:cxn modelId="{EAACEB33-292C-4911-AD7C-19E65C105AAC}" type="presOf" srcId="{D7D42FFA-1DCE-4D38-9F2D-FCB960C57770}" destId="{7E146E6E-99B0-4CB1-A4DD-102DC33100EF}" srcOrd="0" destOrd="0" presId="urn:microsoft.com/office/officeart/2005/8/layout/vList2"/>
    <dgm:cxn modelId="{4D4E285F-E040-421A-A5E5-EC5EB3051A4C}" srcId="{D7D42FFA-1DCE-4D38-9F2D-FCB960C57770}" destId="{34BE7F61-45AB-439B-BD14-89955B73180C}" srcOrd="2" destOrd="0" parTransId="{EC0C2C8A-01DC-4CE5-BF83-B78B4A171B04}" sibTransId="{05BA11E8-6918-4E03-97A4-853D4A7C8559}"/>
    <dgm:cxn modelId="{2D6A0A46-497D-4E1B-9413-3EF6CA2A7C6A}" srcId="{D7D42FFA-1DCE-4D38-9F2D-FCB960C57770}" destId="{08CA7998-BFA1-427B-8F7E-D75D12054D3E}" srcOrd="1" destOrd="0" parTransId="{2E0A974A-13A3-4F17-8C27-9470CC983F91}" sibTransId="{8A183351-4762-41BC-B98B-30C2B999FCDB}"/>
    <dgm:cxn modelId="{EF188649-378C-47A5-8F39-8458BCE872E4}" srcId="{D7D42FFA-1DCE-4D38-9F2D-FCB960C57770}" destId="{5099D88E-6CA6-46A4-A280-780CB43E841B}" srcOrd="4" destOrd="0" parTransId="{AE53D467-A911-44CB-B2D9-55B85DEA4796}" sibTransId="{0A9F3C72-7FA5-4FEF-AE14-8124E4C28624}"/>
    <dgm:cxn modelId="{0BD8B355-9951-4D62-8675-90F6095DA4CF}" type="presOf" srcId="{08272FC8-9FD7-4D1B-91FF-2EA55F2F3EBC}" destId="{E1FE36CE-2E7B-449D-A93B-4A74CFF97C46}" srcOrd="0" destOrd="0" presId="urn:microsoft.com/office/officeart/2005/8/layout/vList2"/>
    <dgm:cxn modelId="{B208727B-4EE7-41E8-9877-50412E1D0E81}" type="presOf" srcId="{34BE7F61-45AB-439B-BD14-89955B73180C}" destId="{E879A207-4EE1-42AF-BE20-A50F17ECA291}" srcOrd="0" destOrd="2" presId="urn:microsoft.com/office/officeart/2005/8/layout/vList2"/>
    <dgm:cxn modelId="{48ABF49C-F2C6-4236-9504-56A4A30DE65D}" type="presOf" srcId="{F2F9E7BB-E19A-41A5-8962-A798ACF4EE20}" destId="{E879A207-4EE1-42AF-BE20-A50F17ECA291}" srcOrd="0" destOrd="3" presId="urn:microsoft.com/office/officeart/2005/8/layout/vList2"/>
    <dgm:cxn modelId="{91EF1EC0-5893-49D1-AC38-35778C40FA6B}" type="presOf" srcId="{08CA7998-BFA1-427B-8F7E-D75D12054D3E}" destId="{E879A207-4EE1-42AF-BE20-A50F17ECA291}" srcOrd="0" destOrd="1" presId="urn:microsoft.com/office/officeart/2005/8/layout/vList2"/>
    <dgm:cxn modelId="{CF44EECB-E228-490A-A54A-B24853AC64DC}" type="presOf" srcId="{6E7FB8DD-E3EB-4583-A88C-C6E9C2DC40BE}" destId="{81848761-2187-4C99-966D-65CE39FAFA72}" srcOrd="0" destOrd="0" presId="urn:microsoft.com/office/officeart/2005/8/layout/vList2"/>
    <dgm:cxn modelId="{70F4E9DE-603C-47D4-9C61-B476A90E615D}" type="presOf" srcId="{1D1BD207-D778-4F39-BD23-674EC9F226BF}" destId="{D4D000C0-C3D8-436D-8509-8BA5E43C3210}" srcOrd="0" destOrd="0" presId="urn:microsoft.com/office/officeart/2005/8/layout/vList2"/>
    <dgm:cxn modelId="{04CF7DE0-AFDE-4CBD-A838-0767CCE102C8}" srcId="{D7D42FFA-1DCE-4D38-9F2D-FCB960C57770}" destId="{30288C1E-8E5C-46D5-A391-73767A84DAF3}" srcOrd="0" destOrd="0" parTransId="{FD4A2D9E-B218-4798-A800-E7C53AFB03AE}" sibTransId="{F2CCE257-1F80-472F-8C43-0332B47B7FEE}"/>
    <dgm:cxn modelId="{5F2C13E8-CA17-49DC-8CAD-AAE7F85E2226}" srcId="{08272FC8-9FD7-4D1B-91FF-2EA55F2F3EBC}" destId="{6E7FB8DD-E3EB-4583-A88C-C6E9C2DC40BE}" srcOrd="0" destOrd="0" parTransId="{496FC7FB-BCEE-4B7E-AA2B-099344271097}" sibTransId="{65D1B23B-BF37-4468-8EAC-906C85F4DEEC}"/>
    <dgm:cxn modelId="{553267FB-5EBE-49CD-A929-A5BF6C3D31A2}" type="presOf" srcId="{30288C1E-8E5C-46D5-A391-73767A84DAF3}" destId="{E879A207-4EE1-42AF-BE20-A50F17ECA291}" srcOrd="0" destOrd="0" presId="urn:microsoft.com/office/officeart/2005/8/layout/vList2"/>
    <dgm:cxn modelId="{EE93FA3A-0AEE-46A6-A8FD-E2241EDA1EE4}" type="presParOf" srcId="{E1FE36CE-2E7B-449D-A93B-4A74CFF97C46}" destId="{81848761-2187-4C99-966D-65CE39FAFA72}" srcOrd="0" destOrd="0" presId="urn:microsoft.com/office/officeart/2005/8/layout/vList2"/>
    <dgm:cxn modelId="{88B8C048-1413-424E-811F-9EA720653B2F}" type="presParOf" srcId="{E1FE36CE-2E7B-449D-A93B-4A74CFF97C46}" destId="{6E2F3905-72ED-4440-8C91-1CEBDBCD600E}" srcOrd="1" destOrd="0" presId="urn:microsoft.com/office/officeart/2005/8/layout/vList2"/>
    <dgm:cxn modelId="{57F1150F-8E79-4BB9-82DD-B658CFF19B09}" type="presParOf" srcId="{E1FE36CE-2E7B-449D-A93B-4A74CFF97C46}" destId="{7E146E6E-99B0-4CB1-A4DD-102DC33100EF}" srcOrd="2" destOrd="0" presId="urn:microsoft.com/office/officeart/2005/8/layout/vList2"/>
    <dgm:cxn modelId="{95AC8672-DFC1-4772-9A93-192C86FDD1D7}" type="presParOf" srcId="{E1FE36CE-2E7B-449D-A93B-4A74CFF97C46}" destId="{E879A207-4EE1-42AF-BE20-A50F17ECA291}" srcOrd="3" destOrd="0" presId="urn:microsoft.com/office/officeart/2005/8/layout/vList2"/>
    <dgm:cxn modelId="{026795F8-4055-42A4-BE6D-DA0C0DEAD8AA}" type="presParOf" srcId="{E1FE36CE-2E7B-449D-A93B-4A74CFF97C46}" destId="{D4D000C0-C3D8-436D-8509-8BA5E43C321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2439A11-CCAF-4BEE-B098-C2FC6F084E26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1E495CC-54EF-423D-936E-58511F920248}">
      <dgm:prSet/>
      <dgm:spPr/>
      <dgm:t>
        <a:bodyPr/>
        <a:lstStyle/>
        <a:p>
          <a:r>
            <a:rPr lang="en-US"/>
            <a:t>Use Python to scrape 	PHREEQC database files</a:t>
          </a:r>
        </a:p>
      </dgm:t>
    </dgm:pt>
    <dgm:pt modelId="{0719F8EE-2696-4C8C-870E-B947611B9BD8}" type="parTrans" cxnId="{8F844EED-8991-48C4-9AF3-755A2C322092}">
      <dgm:prSet/>
      <dgm:spPr/>
      <dgm:t>
        <a:bodyPr/>
        <a:lstStyle/>
        <a:p>
          <a:endParaRPr lang="en-US"/>
        </a:p>
      </dgm:t>
    </dgm:pt>
    <dgm:pt modelId="{0320C527-3112-40DC-813E-316F26ED1A38}" type="sibTrans" cxnId="{8F844EED-8991-48C4-9AF3-755A2C322092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8CB46AA1-62DC-4487-BDFA-223F8DB564A0}">
      <dgm:prSet/>
      <dgm:spPr/>
      <dgm:t>
        <a:bodyPr/>
        <a:lstStyle/>
        <a:p>
          <a:r>
            <a:rPr lang="en-US"/>
            <a:t>Compile elements, species, equations and other chemical attributes into Pandas Dataframes</a:t>
          </a:r>
        </a:p>
      </dgm:t>
    </dgm:pt>
    <dgm:pt modelId="{222EBB8A-EFE7-4689-9744-CB82DD4D4D2A}" type="parTrans" cxnId="{C9793228-CFF9-4003-B77E-89E47BC0EF42}">
      <dgm:prSet/>
      <dgm:spPr/>
      <dgm:t>
        <a:bodyPr/>
        <a:lstStyle/>
        <a:p>
          <a:endParaRPr lang="en-US"/>
        </a:p>
      </dgm:t>
    </dgm:pt>
    <dgm:pt modelId="{DC14C96A-BB59-4F90-884F-3A2545A56833}" type="sibTrans" cxnId="{C9793228-CFF9-4003-B77E-89E47BC0EF42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FBF03ADC-9C88-4236-BDF8-B3AC4B95AEE3}">
      <dgm:prSet/>
      <dgm:spPr/>
      <dgm:t>
        <a:bodyPr/>
        <a:lstStyle/>
        <a:p>
          <a:r>
            <a:rPr lang="en-US"/>
            <a:t>Eliminate conflicting elements and equations</a:t>
          </a:r>
        </a:p>
      </dgm:t>
    </dgm:pt>
    <dgm:pt modelId="{A286A883-495A-4380-9129-6756ACCE2DC8}" type="parTrans" cxnId="{FA4EF471-980A-4CE9-BD5A-9179731477A4}">
      <dgm:prSet/>
      <dgm:spPr/>
      <dgm:t>
        <a:bodyPr/>
        <a:lstStyle/>
        <a:p>
          <a:endParaRPr lang="en-US"/>
        </a:p>
      </dgm:t>
    </dgm:pt>
    <dgm:pt modelId="{8BD7F29E-74A8-4D03-8684-A5AFD6F3263A}" type="sibTrans" cxnId="{FA4EF471-980A-4CE9-BD5A-9179731477A4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19BD9541-6FBF-4BC6-9524-A0EA01F475BE}">
      <dgm:prSet/>
      <dgm:spPr/>
      <dgm:t>
        <a:bodyPr/>
        <a:lstStyle/>
        <a:p>
          <a:r>
            <a:rPr lang="en-US"/>
            <a:t>Combine each databases unique species and equations into a single database</a:t>
          </a:r>
        </a:p>
      </dgm:t>
    </dgm:pt>
    <dgm:pt modelId="{FA712EF3-1AA7-4C28-BC96-9E54536A341E}" type="parTrans" cxnId="{FFDD63BE-2422-495C-9445-3E3B73E52124}">
      <dgm:prSet/>
      <dgm:spPr/>
      <dgm:t>
        <a:bodyPr/>
        <a:lstStyle/>
        <a:p>
          <a:endParaRPr lang="en-US"/>
        </a:p>
      </dgm:t>
    </dgm:pt>
    <dgm:pt modelId="{ECD1E76F-583F-4D95-923B-2E77602174A4}" type="sibTrans" cxnId="{FFDD63BE-2422-495C-9445-3E3B73E52124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AE196F75-E38D-4125-A855-6902DFC54C0F}">
      <dgm:prSet/>
      <dgm:spPr/>
      <dgm:t>
        <a:bodyPr/>
        <a:lstStyle/>
        <a:p>
          <a:r>
            <a:rPr lang="en-US"/>
            <a:t>Write database back into PHREEEQC database format</a:t>
          </a:r>
        </a:p>
      </dgm:t>
    </dgm:pt>
    <dgm:pt modelId="{33DA619A-09CB-4C4D-A84D-8565634458B7}" type="parTrans" cxnId="{3769C9B5-46BB-48F5-A8DB-E9F1599C5513}">
      <dgm:prSet/>
      <dgm:spPr/>
      <dgm:t>
        <a:bodyPr/>
        <a:lstStyle/>
        <a:p>
          <a:endParaRPr lang="en-US"/>
        </a:p>
      </dgm:t>
    </dgm:pt>
    <dgm:pt modelId="{1198BF2C-68C8-402E-885E-D335DB3EB5AB}" type="sibTrans" cxnId="{3769C9B5-46BB-48F5-A8DB-E9F1599C5513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57C2546D-2B64-43C0-AD3E-55B4B8AFF1B3}" type="pres">
      <dgm:prSet presAssocID="{42439A11-CCAF-4BEE-B098-C2FC6F084E26}" presName="linearFlow" presStyleCnt="0">
        <dgm:presLayoutVars>
          <dgm:dir/>
          <dgm:animLvl val="lvl"/>
          <dgm:resizeHandles val="exact"/>
        </dgm:presLayoutVars>
      </dgm:prSet>
      <dgm:spPr/>
    </dgm:pt>
    <dgm:pt modelId="{9B57C75D-AAA0-441F-9F1C-EED7DDDF6AB6}" type="pres">
      <dgm:prSet presAssocID="{21E495CC-54EF-423D-936E-58511F920248}" presName="compositeNode" presStyleCnt="0"/>
      <dgm:spPr/>
    </dgm:pt>
    <dgm:pt modelId="{03507DF0-28A5-4F5C-8926-E0EC24B58D5F}" type="pres">
      <dgm:prSet presAssocID="{21E495CC-54EF-423D-936E-58511F92024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9D8647F-DF7C-4895-86F8-0D027B2B55DC}" type="pres">
      <dgm:prSet presAssocID="{21E495CC-54EF-423D-936E-58511F920248}" presName="parSh" presStyleCnt="0"/>
      <dgm:spPr/>
    </dgm:pt>
    <dgm:pt modelId="{13E9E2CE-4852-4B8A-9798-E67E234BD2BA}" type="pres">
      <dgm:prSet presAssocID="{21E495CC-54EF-423D-936E-58511F920248}" presName="lineNode" presStyleLbl="alignAccFollowNode1" presStyleIdx="0" presStyleCnt="15"/>
      <dgm:spPr/>
    </dgm:pt>
    <dgm:pt modelId="{12782E19-C6CA-40DB-9661-80C302287EC0}" type="pres">
      <dgm:prSet presAssocID="{21E495CC-54EF-423D-936E-58511F920248}" presName="lineArrowNode" presStyleLbl="alignAccFollowNode1" presStyleIdx="1" presStyleCnt="15"/>
      <dgm:spPr/>
    </dgm:pt>
    <dgm:pt modelId="{B94C2C48-6ABC-4192-BBDF-2AB07050B581}" type="pres">
      <dgm:prSet presAssocID="{0320C527-3112-40DC-813E-316F26ED1A38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9888D6D2-C141-46A4-8250-2570079A3B30}" type="pres">
      <dgm:prSet presAssocID="{0320C527-3112-40DC-813E-316F26ED1A38}" presName="spacerBetweenCircleAndCallout" presStyleCnt="0">
        <dgm:presLayoutVars/>
      </dgm:prSet>
      <dgm:spPr/>
    </dgm:pt>
    <dgm:pt modelId="{3FCA529E-0D7F-4119-8A7E-4D8BC4B6C7F6}" type="pres">
      <dgm:prSet presAssocID="{21E495CC-54EF-423D-936E-58511F920248}" presName="nodeText" presStyleLbl="alignAccFollowNode1" presStyleIdx="2" presStyleCnt="15">
        <dgm:presLayoutVars>
          <dgm:bulletEnabled val="1"/>
        </dgm:presLayoutVars>
      </dgm:prSet>
      <dgm:spPr/>
    </dgm:pt>
    <dgm:pt modelId="{F9D0658F-E574-4877-AA18-3135EE6DCA29}" type="pres">
      <dgm:prSet presAssocID="{0320C527-3112-40DC-813E-316F26ED1A38}" presName="sibTransComposite" presStyleCnt="0"/>
      <dgm:spPr/>
    </dgm:pt>
    <dgm:pt modelId="{A24588B1-C031-48DE-BE3C-26CE02E22BF0}" type="pres">
      <dgm:prSet presAssocID="{8CB46AA1-62DC-4487-BDFA-223F8DB564A0}" presName="compositeNode" presStyleCnt="0"/>
      <dgm:spPr/>
    </dgm:pt>
    <dgm:pt modelId="{92037124-EDBA-41DD-A732-D6A8CCC140A8}" type="pres">
      <dgm:prSet presAssocID="{8CB46AA1-62DC-4487-BDFA-223F8DB564A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42683CC-DA62-4E70-87B6-ECD5EC8F0011}" type="pres">
      <dgm:prSet presAssocID="{8CB46AA1-62DC-4487-BDFA-223F8DB564A0}" presName="parSh" presStyleCnt="0"/>
      <dgm:spPr/>
    </dgm:pt>
    <dgm:pt modelId="{28234BBE-C9F8-441D-BEEA-C8E8C09A5F92}" type="pres">
      <dgm:prSet presAssocID="{8CB46AA1-62DC-4487-BDFA-223F8DB564A0}" presName="lineNode" presStyleLbl="alignAccFollowNode1" presStyleIdx="3" presStyleCnt="15"/>
      <dgm:spPr/>
    </dgm:pt>
    <dgm:pt modelId="{4CF8B517-6DAF-456F-85D0-E3B384308561}" type="pres">
      <dgm:prSet presAssocID="{8CB46AA1-62DC-4487-BDFA-223F8DB564A0}" presName="lineArrowNode" presStyleLbl="alignAccFollowNode1" presStyleIdx="4" presStyleCnt="15"/>
      <dgm:spPr/>
    </dgm:pt>
    <dgm:pt modelId="{997FA7DA-5261-467C-A64D-5727C502EB81}" type="pres">
      <dgm:prSet presAssocID="{DC14C96A-BB59-4F90-884F-3A2545A56833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09188285-B70D-485D-8C6A-A3D0DE911156}" type="pres">
      <dgm:prSet presAssocID="{DC14C96A-BB59-4F90-884F-3A2545A56833}" presName="spacerBetweenCircleAndCallout" presStyleCnt="0">
        <dgm:presLayoutVars/>
      </dgm:prSet>
      <dgm:spPr/>
    </dgm:pt>
    <dgm:pt modelId="{EA56E8E0-35C6-4852-B651-87FE809F1789}" type="pres">
      <dgm:prSet presAssocID="{8CB46AA1-62DC-4487-BDFA-223F8DB564A0}" presName="nodeText" presStyleLbl="alignAccFollowNode1" presStyleIdx="5" presStyleCnt="15">
        <dgm:presLayoutVars>
          <dgm:bulletEnabled val="1"/>
        </dgm:presLayoutVars>
      </dgm:prSet>
      <dgm:spPr/>
    </dgm:pt>
    <dgm:pt modelId="{56E4D5E1-C385-4052-BA7F-E9CF446CB3B2}" type="pres">
      <dgm:prSet presAssocID="{DC14C96A-BB59-4F90-884F-3A2545A56833}" presName="sibTransComposite" presStyleCnt="0"/>
      <dgm:spPr/>
    </dgm:pt>
    <dgm:pt modelId="{AFA38C00-C986-4415-B8B9-95B3C9857DDB}" type="pres">
      <dgm:prSet presAssocID="{FBF03ADC-9C88-4236-BDF8-B3AC4B95AEE3}" presName="compositeNode" presStyleCnt="0"/>
      <dgm:spPr/>
    </dgm:pt>
    <dgm:pt modelId="{ABA1234D-5BF3-49E4-A645-A9BE07444C66}" type="pres">
      <dgm:prSet presAssocID="{FBF03ADC-9C88-4236-BDF8-B3AC4B95AEE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39E8134-FEB5-466C-A95A-B9EC6EADA748}" type="pres">
      <dgm:prSet presAssocID="{FBF03ADC-9C88-4236-BDF8-B3AC4B95AEE3}" presName="parSh" presStyleCnt="0"/>
      <dgm:spPr/>
    </dgm:pt>
    <dgm:pt modelId="{351E3755-E9A5-4A02-BC5C-A4F5CC3E284C}" type="pres">
      <dgm:prSet presAssocID="{FBF03ADC-9C88-4236-BDF8-B3AC4B95AEE3}" presName="lineNode" presStyleLbl="alignAccFollowNode1" presStyleIdx="6" presStyleCnt="15"/>
      <dgm:spPr/>
    </dgm:pt>
    <dgm:pt modelId="{8BBD1544-B2BC-4172-ADDA-620861BFEB02}" type="pres">
      <dgm:prSet presAssocID="{FBF03ADC-9C88-4236-BDF8-B3AC4B95AEE3}" presName="lineArrowNode" presStyleLbl="alignAccFollowNode1" presStyleIdx="7" presStyleCnt="15"/>
      <dgm:spPr/>
    </dgm:pt>
    <dgm:pt modelId="{95C3F6D2-B8AA-4814-B5F1-EBF16831DE8D}" type="pres">
      <dgm:prSet presAssocID="{8BD7F29E-74A8-4D03-8684-A5AFD6F3263A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AB99039F-117C-4A59-AEA6-1D8E6A4AB053}" type="pres">
      <dgm:prSet presAssocID="{8BD7F29E-74A8-4D03-8684-A5AFD6F3263A}" presName="spacerBetweenCircleAndCallout" presStyleCnt="0">
        <dgm:presLayoutVars/>
      </dgm:prSet>
      <dgm:spPr/>
    </dgm:pt>
    <dgm:pt modelId="{1A088C67-43A5-4647-89C8-4CBFF9A50741}" type="pres">
      <dgm:prSet presAssocID="{FBF03ADC-9C88-4236-BDF8-B3AC4B95AEE3}" presName="nodeText" presStyleLbl="alignAccFollowNode1" presStyleIdx="8" presStyleCnt="15">
        <dgm:presLayoutVars>
          <dgm:bulletEnabled val="1"/>
        </dgm:presLayoutVars>
      </dgm:prSet>
      <dgm:spPr/>
    </dgm:pt>
    <dgm:pt modelId="{BC0B4D0F-FC03-4696-84A4-93F6F047177B}" type="pres">
      <dgm:prSet presAssocID="{8BD7F29E-74A8-4D03-8684-A5AFD6F3263A}" presName="sibTransComposite" presStyleCnt="0"/>
      <dgm:spPr/>
    </dgm:pt>
    <dgm:pt modelId="{50A72A6B-8484-4A51-8947-A5EA0C647D52}" type="pres">
      <dgm:prSet presAssocID="{19BD9541-6FBF-4BC6-9524-A0EA01F475BE}" presName="compositeNode" presStyleCnt="0"/>
      <dgm:spPr/>
    </dgm:pt>
    <dgm:pt modelId="{59DC050A-F675-48DA-9B4C-D34FACF0718B}" type="pres">
      <dgm:prSet presAssocID="{19BD9541-6FBF-4BC6-9524-A0EA01F475BE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86A8545-0B64-4388-9B8F-ADD0E41DAF57}" type="pres">
      <dgm:prSet presAssocID="{19BD9541-6FBF-4BC6-9524-A0EA01F475BE}" presName="parSh" presStyleCnt="0"/>
      <dgm:spPr/>
    </dgm:pt>
    <dgm:pt modelId="{31AF6C91-E644-4CDC-9EBE-008807B56FD8}" type="pres">
      <dgm:prSet presAssocID="{19BD9541-6FBF-4BC6-9524-A0EA01F475BE}" presName="lineNode" presStyleLbl="alignAccFollowNode1" presStyleIdx="9" presStyleCnt="15"/>
      <dgm:spPr/>
    </dgm:pt>
    <dgm:pt modelId="{E1A6F512-3B92-4A75-9C7F-C4FE0B047D7F}" type="pres">
      <dgm:prSet presAssocID="{19BD9541-6FBF-4BC6-9524-A0EA01F475BE}" presName="lineArrowNode" presStyleLbl="alignAccFollowNode1" presStyleIdx="10" presStyleCnt="15"/>
      <dgm:spPr/>
    </dgm:pt>
    <dgm:pt modelId="{17ECBB5D-2AC5-48AD-A3E9-1FA222D6D214}" type="pres">
      <dgm:prSet presAssocID="{ECD1E76F-583F-4D95-923B-2E77602174A4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84563363-F5BD-4D73-A52D-88C433F7C819}" type="pres">
      <dgm:prSet presAssocID="{ECD1E76F-583F-4D95-923B-2E77602174A4}" presName="spacerBetweenCircleAndCallout" presStyleCnt="0">
        <dgm:presLayoutVars/>
      </dgm:prSet>
      <dgm:spPr/>
    </dgm:pt>
    <dgm:pt modelId="{E4E100FA-8D23-44B6-8819-087FA9A452E3}" type="pres">
      <dgm:prSet presAssocID="{19BD9541-6FBF-4BC6-9524-A0EA01F475BE}" presName="nodeText" presStyleLbl="alignAccFollowNode1" presStyleIdx="11" presStyleCnt="15">
        <dgm:presLayoutVars>
          <dgm:bulletEnabled val="1"/>
        </dgm:presLayoutVars>
      </dgm:prSet>
      <dgm:spPr/>
    </dgm:pt>
    <dgm:pt modelId="{F95C1D18-25A0-4AAE-8264-4F711F53573E}" type="pres">
      <dgm:prSet presAssocID="{ECD1E76F-583F-4D95-923B-2E77602174A4}" presName="sibTransComposite" presStyleCnt="0"/>
      <dgm:spPr/>
    </dgm:pt>
    <dgm:pt modelId="{192E9341-3AB6-4EBB-BDC9-A90BDE602864}" type="pres">
      <dgm:prSet presAssocID="{AE196F75-E38D-4125-A855-6902DFC54C0F}" presName="compositeNode" presStyleCnt="0"/>
      <dgm:spPr/>
    </dgm:pt>
    <dgm:pt modelId="{730618D6-6C3A-4ABD-81F4-747B3C7EB355}" type="pres">
      <dgm:prSet presAssocID="{AE196F75-E38D-4125-A855-6902DFC54C0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C85B13F-B42B-43AA-833C-BD4ED87D43A3}" type="pres">
      <dgm:prSet presAssocID="{AE196F75-E38D-4125-A855-6902DFC54C0F}" presName="parSh" presStyleCnt="0"/>
      <dgm:spPr/>
    </dgm:pt>
    <dgm:pt modelId="{C8C01649-37E5-4C3A-9C40-DC82E2F35F57}" type="pres">
      <dgm:prSet presAssocID="{AE196F75-E38D-4125-A855-6902DFC54C0F}" presName="lineNode" presStyleLbl="alignAccFollowNode1" presStyleIdx="12" presStyleCnt="15"/>
      <dgm:spPr/>
    </dgm:pt>
    <dgm:pt modelId="{281A19EF-1274-4690-A4AD-CB5094F650A8}" type="pres">
      <dgm:prSet presAssocID="{AE196F75-E38D-4125-A855-6902DFC54C0F}" presName="lineArrowNode" presStyleLbl="alignAccFollowNode1" presStyleIdx="13" presStyleCnt="15"/>
      <dgm:spPr/>
    </dgm:pt>
    <dgm:pt modelId="{723EB6D7-2E5C-4D44-AAD2-774890329520}" type="pres">
      <dgm:prSet presAssocID="{1198BF2C-68C8-402E-885E-D335DB3EB5AB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C8A5907F-912C-4CED-BF7B-A929523A7479}" type="pres">
      <dgm:prSet presAssocID="{1198BF2C-68C8-402E-885E-D335DB3EB5AB}" presName="spacerBetweenCircleAndCallout" presStyleCnt="0">
        <dgm:presLayoutVars/>
      </dgm:prSet>
      <dgm:spPr/>
    </dgm:pt>
    <dgm:pt modelId="{6A2E50B0-E44E-4D82-9538-CCBF1752D7B5}" type="pres">
      <dgm:prSet presAssocID="{AE196F75-E38D-4125-A855-6902DFC54C0F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8ECCCF18-E086-454A-AA23-79F8B80224FE}" type="presOf" srcId="{42439A11-CCAF-4BEE-B098-C2FC6F084E26}" destId="{57C2546D-2B64-43C0-AD3E-55B4B8AFF1B3}" srcOrd="0" destOrd="0" presId="urn:microsoft.com/office/officeart/2016/7/layout/LinearArrowProcessNumbered"/>
    <dgm:cxn modelId="{249BC222-548D-4461-B714-A8B24246967C}" type="presOf" srcId="{FBF03ADC-9C88-4236-BDF8-B3AC4B95AEE3}" destId="{1A088C67-43A5-4647-89C8-4CBFF9A50741}" srcOrd="0" destOrd="0" presId="urn:microsoft.com/office/officeart/2016/7/layout/LinearArrowProcessNumbered"/>
    <dgm:cxn modelId="{C9793228-CFF9-4003-B77E-89E47BC0EF42}" srcId="{42439A11-CCAF-4BEE-B098-C2FC6F084E26}" destId="{8CB46AA1-62DC-4487-BDFA-223F8DB564A0}" srcOrd="1" destOrd="0" parTransId="{222EBB8A-EFE7-4689-9744-CB82DD4D4D2A}" sibTransId="{DC14C96A-BB59-4F90-884F-3A2545A56833}"/>
    <dgm:cxn modelId="{1FBE5233-A298-46FB-B01B-3254E8897609}" type="presOf" srcId="{AE196F75-E38D-4125-A855-6902DFC54C0F}" destId="{6A2E50B0-E44E-4D82-9538-CCBF1752D7B5}" srcOrd="0" destOrd="0" presId="urn:microsoft.com/office/officeart/2016/7/layout/LinearArrowProcessNumbered"/>
    <dgm:cxn modelId="{8098673D-54DD-44FA-BFBA-8D11557A2BDA}" type="presOf" srcId="{DC14C96A-BB59-4F90-884F-3A2545A56833}" destId="{997FA7DA-5261-467C-A64D-5727C502EB81}" srcOrd="0" destOrd="0" presId="urn:microsoft.com/office/officeart/2016/7/layout/LinearArrowProcessNumbered"/>
    <dgm:cxn modelId="{FA4EF471-980A-4CE9-BD5A-9179731477A4}" srcId="{42439A11-CCAF-4BEE-B098-C2FC6F084E26}" destId="{FBF03ADC-9C88-4236-BDF8-B3AC4B95AEE3}" srcOrd="2" destOrd="0" parTransId="{A286A883-495A-4380-9129-6756ACCE2DC8}" sibTransId="{8BD7F29E-74A8-4D03-8684-A5AFD6F3263A}"/>
    <dgm:cxn modelId="{49060A74-94EA-4CEC-8BAF-425423F698EA}" type="presOf" srcId="{0320C527-3112-40DC-813E-316F26ED1A38}" destId="{B94C2C48-6ABC-4192-BBDF-2AB07050B581}" srcOrd="0" destOrd="0" presId="urn:microsoft.com/office/officeart/2016/7/layout/LinearArrowProcessNumbered"/>
    <dgm:cxn modelId="{9AF65797-DABE-4811-A7C6-BF441FD5EDB6}" type="presOf" srcId="{8CB46AA1-62DC-4487-BDFA-223F8DB564A0}" destId="{EA56E8E0-35C6-4852-B651-87FE809F1789}" srcOrd="0" destOrd="0" presId="urn:microsoft.com/office/officeart/2016/7/layout/LinearArrowProcessNumbered"/>
    <dgm:cxn modelId="{BD41FF9F-5B14-42FA-B493-D5FC939787FE}" type="presOf" srcId="{19BD9541-6FBF-4BC6-9524-A0EA01F475BE}" destId="{E4E100FA-8D23-44B6-8819-087FA9A452E3}" srcOrd="0" destOrd="0" presId="urn:microsoft.com/office/officeart/2016/7/layout/LinearArrowProcessNumbered"/>
    <dgm:cxn modelId="{3769C9B5-46BB-48F5-A8DB-E9F1599C5513}" srcId="{42439A11-CCAF-4BEE-B098-C2FC6F084E26}" destId="{AE196F75-E38D-4125-A855-6902DFC54C0F}" srcOrd="4" destOrd="0" parTransId="{33DA619A-09CB-4C4D-A84D-8565634458B7}" sibTransId="{1198BF2C-68C8-402E-885E-D335DB3EB5AB}"/>
    <dgm:cxn modelId="{CEA797BC-1ABF-469B-BCAE-DF9DFA26E640}" type="presOf" srcId="{8BD7F29E-74A8-4D03-8684-A5AFD6F3263A}" destId="{95C3F6D2-B8AA-4814-B5F1-EBF16831DE8D}" srcOrd="0" destOrd="0" presId="urn:microsoft.com/office/officeart/2016/7/layout/LinearArrowProcessNumbered"/>
    <dgm:cxn modelId="{FFDD63BE-2422-495C-9445-3E3B73E52124}" srcId="{42439A11-CCAF-4BEE-B098-C2FC6F084E26}" destId="{19BD9541-6FBF-4BC6-9524-A0EA01F475BE}" srcOrd="3" destOrd="0" parTransId="{FA712EF3-1AA7-4C28-BC96-9E54536A341E}" sibTransId="{ECD1E76F-583F-4D95-923B-2E77602174A4}"/>
    <dgm:cxn modelId="{C8E2FEC0-75B2-471C-BC9D-6BC0FD417989}" type="presOf" srcId="{21E495CC-54EF-423D-936E-58511F920248}" destId="{3FCA529E-0D7F-4119-8A7E-4D8BC4B6C7F6}" srcOrd="0" destOrd="0" presId="urn:microsoft.com/office/officeart/2016/7/layout/LinearArrowProcessNumbered"/>
    <dgm:cxn modelId="{245CBACB-810F-4338-97DC-87C55AB3D429}" type="presOf" srcId="{ECD1E76F-583F-4D95-923B-2E77602174A4}" destId="{17ECBB5D-2AC5-48AD-A3E9-1FA222D6D214}" srcOrd="0" destOrd="0" presId="urn:microsoft.com/office/officeart/2016/7/layout/LinearArrowProcessNumbered"/>
    <dgm:cxn modelId="{DD1C74CF-853F-4841-8749-75AF07FA9FE8}" type="presOf" srcId="{1198BF2C-68C8-402E-885E-D335DB3EB5AB}" destId="{723EB6D7-2E5C-4D44-AAD2-774890329520}" srcOrd="0" destOrd="0" presId="urn:microsoft.com/office/officeart/2016/7/layout/LinearArrowProcessNumbered"/>
    <dgm:cxn modelId="{8F844EED-8991-48C4-9AF3-755A2C322092}" srcId="{42439A11-CCAF-4BEE-B098-C2FC6F084E26}" destId="{21E495CC-54EF-423D-936E-58511F920248}" srcOrd="0" destOrd="0" parTransId="{0719F8EE-2696-4C8C-870E-B947611B9BD8}" sibTransId="{0320C527-3112-40DC-813E-316F26ED1A38}"/>
    <dgm:cxn modelId="{59896193-739B-4707-9D4D-26EAAC59BAF6}" type="presParOf" srcId="{57C2546D-2B64-43C0-AD3E-55B4B8AFF1B3}" destId="{9B57C75D-AAA0-441F-9F1C-EED7DDDF6AB6}" srcOrd="0" destOrd="0" presId="urn:microsoft.com/office/officeart/2016/7/layout/LinearArrowProcessNumbered"/>
    <dgm:cxn modelId="{B3B5CDF4-2EEB-4187-BC94-DABFCDDB18FB}" type="presParOf" srcId="{9B57C75D-AAA0-441F-9F1C-EED7DDDF6AB6}" destId="{03507DF0-28A5-4F5C-8926-E0EC24B58D5F}" srcOrd="0" destOrd="0" presId="urn:microsoft.com/office/officeart/2016/7/layout/LinearArrowProcessNumbered"/>
    <dgm:cxn modelId="{45B4DAF1-BD0C-49BA-8BF5-AC7F69D86695}" type="presParOf" srcId="{9B57C75D-AAA0-441F-9F1C-EED7DDDF6AB6}" destId="{89D8647F-DF7C-4895-86F8-0D027B2B55DC}" srcOrd="1" destOrd="0" presId="urn:microsoft.com/office/officeart/2016/7/layout/LinearArrowProcessNumbered"/>
    <dgm:cxn modelId="{9A99208F-BC18-4448-BE57-35DA9CB9BF33}" type="presParOf" srcId="{89D8647F-DF7C-4895-86F8-0D027B2B55DC}" destId="{13E9E2CE-4852-4B8A-9798-E67E234BD2BA}" srcOrd="0" destOrd="0" presId="urn:microsoft.com/office/officeart/2016/7/layout/LinearArrowProcessNumbered"/>
    <dgm:cxn modelId="{0E370505-3C8B-487F-8C1E-235ACB1D8D40}" type="presParOf" srcId="{89D8647F-DF7C-4895-86F8-0D027B2B55DC}" destId="{12782E19-C6CA-40DB-9661-80C302287EC0}" srcOrd="1" destOrd="0" presId="urn:microsoft.com/office/officeart/2016/7/layout/LinearArrowProcessNumbered"/>
    <dgm:cxn modelId="{F72DF6A3-093F-47BF-B34B-F6177E674915}" type="presParOf" srcId="{89D8647F-DF7C-4895-86F8-0D027B2B55DC}" destId="{B94C2C48-6ABC-4192-BBDF-2AB07050B581}" srcOrd="2" destOrd="0" presId="urn:microsoft.com/office/officeart/2016/7/layout/LinearArrowProcessNumbered"/>
    <dgm:cxn modelId="{3ECD7D16-FD9A-48E5-A282-0221E5D6E038}" type="presParOf" srcId="{89D8647F-DF7C-4895-86F8-0D027B2B55DC}" destId="{9888D6D2-C141-46A4-8250-2570079A3B30}" srcOrd="3" destOrd="0" presId="urn:microsoft.com/office/officeart/2016/7/layout/LinearArrowProcessNumbered"/>
    <dgm:cxn modelId="{1747BC8A-30CD-43D7-BCAE-CEB7376BCE48}" type="presParOf" srcId="{9B57C75D-AAA0-441F-9F1C-EED7DDDF6AB6}" destId="{3FCA529E-0D7F-4119-8A7E-4D8BC4B6C7F6}" srcOrd="2" destOrd="0" presId="urn:microsoft.com/office/officeart/2016/7/layout/LinearArrowProcessNumbered"/>
    <dgm:cxn modelId="{0F110516-B176-4550-9BE8-C318FB71BA2A}" type="presParOf" srcId="{57C2546D-2B64-43C0-AD3E-55B4B8AFF1B3}" destId="{F9D0658F-E574-4877-AA18-3135EE6DCA29}" srcOrd="1" destOrd="0" presId="urn:microsoft.com/office/officeart/2016/7/layout/LinearArrowProcessNumbered"/>
    <dgm:cxn modelId="{E75FDE62-73EE-412C-A5D8-078F820E56A9}" type="presParOf" srcId="{57C2546D-2B64-43C0-AD3E-55B4B8AFF1B3}" destId="{A24588B1-C031-48DE-BE3C-26CE02E22BF0}" srcOrd="2" destOrd="0" presId="urn:microsoft.com/office/officeart/2016/7/layout/LinearArrowProcessNumbered"/>
    <dgm:cxn modelId="{D3EBDEE2-4945-4EE8-8787-4DE7A1A79C41}" type="presParOf" srcId="{A24588B1-C031-48DE-BE3C-26CE02E22BF0}" destId="{92037124-EDBA-41DD-A732-D6A8CCC140A8}" srcOrd="0" destOrd="0" presId="urn:microsoft.com/office/officeart/2016/7/layout/LinearArrowProcessNumbered"/>
    <dgm:cxn modelId="{9B5894FA-DC2A-4136-8CDB-35DB46E3A48C}" type="presParOf" srcId="{A24588B1-C031-48DE-BE3C-26CE02E22BF0}" destId="{B42683CC-DA62-4E70-87B6-ECD5EC8F0011}" srcOrd="1" destOrd="0" presId="urn:microsoft.com/office/officeart/2016/7/layout/LinearArrowProcessNumbered"/>
    <dgm:cxn modelId="{00B05C52-DB10-43B9-AFE4-2A6BEA8BAEBB}" type="presParOf" srcId="{B42683CC-DA62-4E70-87B6-ECD5EC8F0011}" destId="{28234BBE-C9F8-441D-BEEA-C8E8C09A5F92}" srcOrd="0" destOrd="0" presId="urn:microsoft.com/office/officeart/2016/7/layout/LinearArrowProcessNumbered"/>
    <dgm:cxn modelId="{EB4813F4-9724-4980-AD23-3FF05127ACBC}" type="presParOf" srcId="{B42683CC-DA62-4E70-87B6-ECD5EC8F0011}" destId="{4CF8B517-6DAF-456F-85D0-E3B384308561}" srcOrd="1" destOrd="0" presId="urn:microsoft.com/office/officeart/2016/7/layout/LinearArrowProcessNumbered"/>
    <dgm:cxn modelId="{661BA4DE-F166-4095-BD29-A6928686310E}" type="presParOf" srcId="{B42683CC-DA62-4E70-87B6-ECD5EC8F0011}" destId="{997FA7DA-5261-467C-A64D-5727C502EB81}" srcOrd="2" destOrd="0" presId="urn:microsoft.com/office/officeart/2016/7/layout/LinearArrowProcessNumbered"/>
    <dgm:cxn modelId="{C1386439-BF51-4141-AC0E-594C1E20B8E2}" type="presParOf" srcId="{B42683CC-DA62-4E70-87B6-ECD5EC8F0011}" destId="{09188285-B70D-485D-8C6A-A3D0DE911156}" srcOrd="3" destOrd="0" presId="urn:microsoft.com/office/officeart/2016/7/layout/LinearArrowProcessNumbered"/>
    <dgm:cxn modelId="{43067567-396B-4A0C-A50C-ABDFA3D309FD}" type="presParOf" srcId="{A24588B1-C031-48DE-BE3C-26CE02E22BF0}" destId="{EA56E8E0-35C6-4852-B651-87FE809F1789}" srcOrd="2" destOrd="0" presId="urn:microsoft.com/office/officeart/2016/7/layout/LinearArrowProcessNumbered"/>
    <dgm:cxn modelId="{E1D7B15F-C9DC-4127-BA4A-31A30F813B8E}" type="presParOf" srcId="{57C2546D-2B64-43C0-AD3E-55B4B8AFF1B3}" destId="{56E4D5E1-C385-4052-BA7F-E9CF446CB3B2}" srcOrd="3" destOrd="0" presId="urn:microsoft.com/office/officeart/2016/7/layout/LinearArrowProcessNumbered"/>
    <dgm:cxn modelId="{381318CC-6563-492C-9C15-EE9FD95DA2BF}" type="presParOf" srcId="{57C2546D-2B64-43C0-AD3E-55B4B8AFF1B3}" destId="{AFA38C00-C986-4415-B8B9-95B3C9857DDB}" srcOrd="4" destOrd="0" presId="urn:microsoft.com/office/officeart/2016/7/layout/LinearArrowProcessNumbered"/>
    <dgm:cxn modelId="{B55CCFB4-645D-4E13-8181-8BF2714ECB79}" type="presParOf" srcId="{AFA38C00-C986-4415-B8B9-95B3C9857DDB}" destId="{ABA1234D-5BF3-49E4-A645-A9BE07444C66}" srcOrd="0" destOrd="0" presId="urn:microsoft.com/office/officeart/2016/7/layout/LinearArrowProcessNumbered"/>
    <dgm:cxn modelId="{3603ED18-23D7-41C0-9E59-16CB1B51F5D2}" type="presParOf" srcId="{AFA38C00-C986-4415-B8B9-95B3C9857DDB}" destId="{939E8134-FEB5-466C-A95A-B9EC6EADA748}" srcOrd="1" destOrd="0" presId="urn:microsoft.com/office/officeart/2016/7/layout/LinearArrowProcessNumbered"/>
    <dgm:cxn modelId="{68C9CED2-3E80-41FC-B41D-9A720DB483CB}" type="presParOf" srcId="{939E8134-FEB5-466C-A95A-B9EC6EADA748}" destId="{351E3755-E9A5-4A02-BC5C-A4F5CC3E284C}" srcOrd="0" destOrd="0" presId="urn:microsoft.com/office/officeart/2016/7/layout/LinearArrowProcessNumbered"/>
    <dgm:cxn modelId="{5C81DF00-5DFA-4DAF-9CC2-B40F9A728E3D}" type="presParOf" srcId="{939E8134-FEB5-466C-A95A-B9EC6EADA748}" destId="{8BBD1544-B2BC-4172-ADDA-620861BFEB02}" srcOrd="1" destOrd="0" presId="urn:microsoft.com/office/officeart/2016/7/layout/LinearArrowProcessNumbered"/>
    <dgm:cxn modelId="{DB48F585-3B02-48A0-862F-A8FBB4306ECC}" type="presParOf" srcId="{939E8134-FEB5-466C-A95A-B9EC6EADA748}" destId="{95C3F6D2-B8AA-4814-B5F1-EBF16831DE8D}" srcOrd="2" destOrd="0" presId="urn:microsoft.com/office/officeart/2016/7/layout/LinearArrowProcessNumbered"/>
    <dgm:cxn modelId="{3397E249-FAA2-4C13-B051-912AD7372DC8}" type="presParOf" srcId="{939E8134-FEB5-466C-A95A-B9EC6EADA748}" destId="{AB99039F-117C-4A59-AEA6-1D8E6A4AB053}" srcOrd="3" destOrd="0" presId="urn:microsoft.com/office/officeart/2016/7/layout/LinearArrowProcessNumbered"/>
    <dgm:cxn modelId="{EE6E9010-0BD6-40EA-B2C5-699400DDFAE4}" type="presParOf" srcId="{AFA38C00-C986-4415-B8B9-95B3C9857DDB}" destId="{1A088C67-43A5-4647-89C8-4CBFF9A50741}" srcOrd="2" destOrd="0" presId="urn:microsoft.com/office/officeart/2016/7/layout/LinearArrowProcessNumbered"/>
    <dgm:cxn modelId="{A9E534D1-8FB6-4D59-A64C-26DE6FE10EDE}" type="presParOf" srcId="{57C2546D-2B64-43C0-AD3E-55B4B8AFF1B3}" destId="{BC0B4D0F-FC03-4696-84A4-93F6F047177B}" srcOrd="5" destOrd="0" presId="urn:microsoft.com/office/officeart/2016/7/layout/LinearArrowProcessNumbered"/>
    <dgm:cxn modelId="{6E651CEB-AD3B-4444-8B55-992D7A8D0AC6}" type="presParOf" srcId="{57C2546D-2B64-43C0-AD3E-55B4B8AFF1B3}" destId="{50A72A6B-8484-4A51-8947-A5EA0C647D52}" srcOrd="6" destOrd="0" presId="urn:microsoft.com/office/officeart/2016/7/layout/LinearArrowProcessNumbered"/>
    <dgm:cxn modelId="{0099B205-4EB9-49BC-B5E8-E4E7E329A8AB}" type="presParOf" srcId="{50A72A6B-8484-4A51-8947-A5EA0C647D52}" destId="{59DC050A-F675-48DA-9B4C-D34FACF0718B}" srcOrd="0" destOrd="0" presId="urn:microsoft.com/office/officeart/2016/7/layout/LinearArrowProcessNumbered"/>
    <dgm:cxn modelId="{39D8CE6B-02B1-4522-B4F8-A8D7B3407180}" type="presParOf" srcId="{50A72A6B-8484-4A51-8947-A5EA0C647D52}" destId="{286A8545-0B64-4388-9B8F-ADD0E41DAF57}" srcOrd="1" destOrd="0" presId="urn:microsoft.com/office/officeart/2016/7/layout/LinearArrowProcessNumbered"/>
    <dgm:cxn modelId="{7240ADAA-F04F-4022-BE68-E7EF077D1F2E}" type="presParOf" srcId="{286A8545-0B64-4388-9B8F-ADD0E41DAF57}" destId="{31AF6C91-E644-4CDC-9EBE-008807B56FD8}" srcOrd="0" destOrd="0" presId="urn:microsoft.com/office/officeart/2016/7/layout/LinearArrowProcessNumbered"/>
    <dgm:cxn modelId="{1CB18B0F-7BEB-4209-9EA6-D9A086A0F086}" type="presParOf" srcId="{286A8545-0B64-4388-9B8F-ADD0E41DAF57}" destId="{E1A6F512-3B92-4A75-9C7F-C4FE0B047D7F}" srcOrd="1" destOrd="0" presId="urn:microsoft.com/office/officeart/2016/7/layout/LinearArrowProcessNumbered"/>
    <dgm:cxn modelId="{495C5428-DFF8-4AE5-86B6-C7A767492EEC}" type="presParOf" srcId="{286A8545-0B64-4388-9B8F-ADD0E41DAF57}" destId="{17ECBB5D-2AC5-48AD-A3E9-1FA222D6D214}" srcOrd="2" destOrd="0" presId="urn:microsoft.com/office/officeart/2016/7/layout/LinearArrowProcessNumbered"/>
    <dgm:cxn modelId="{52619747-6384-474F-A973-859D9F8C6A52}" type="presParOf" srcId="{286A8545-0B64-4388-9B8F-ADD0E41DAF57}" destId="{84563363-F5BD-4D73-A52D-88C433F7C819}" srcOrd="3" destOrd="0" presId="urn:microsoft.com/office/officeart/2016/7/layout/LinearArrowProcessNumbered"/>
    <dgm:cxn modelId="{111BE22D-CC23-4E1E-B534-E9FEB5BDEBA8}" type="presParOf" srcId="{50A72A6B-8484-4A51-8947-A5EA0C647D52}" destId="{E4E100FA-8D23-44B6-8819-087FA9A452E3}" srcOrd="2" destOrd="0" presId="urn:microsoft.com/office/officeart/2016/7/layout/LinearArrowProcessNumbered"/>
    <dgm:cxn modelId="{BA0DB00D-0CE9-4AF9-BCB0-E179BEBDEE81}" type="presParOf" srcId="{57C2546D-2B64-43C0-AD3E-55B4B8AFF1B3}" destId="{F95C1D18-25A0-4AAE-8264-4F711F53573E}" srcOrd="7" destOrd="0" presId="urn:microsoft.com/office/officeart/2016/7/layout/LinearArrowProcessNumbered"/>
    <dgm:cxn modelId="{8804238F-839A-4145-96C4-A0D4481DE60B}" type="presParOf" srcId="{57C2546D-2B64-43C0-AD3E-55B4B8AFF1B3}" destId="{192E9341-3AB6-4EBB-BDC9-A90BDE602864}" srcOrd="8" destOrd="0" presId="urn:microsoft.com/office/officeart/2016/7/layout/LinearArrowProcessNumbered"/>
    <dgm:cxn modelId="{42E14273-E625-4AAC-888B-02A9A3101E62}" type="presParOf" srcId="{192E9341-3AB6-4EBB-BDC9-A90BDE602864}" destId="{730618D6-6C3A-4ABD-81F4-747B3C7EB355}" srcOrd="0" destOrd="0" presId="urn:microsoft.com/office/officeart/2016/7/layout/LinearArrowProcessNumbered"/>
    <dgm:cxn modelId="{CE2A4C35-D37E-436E-8216-CF10EA7D4DAD}" type="presParOf" srcId="{192E9341-3AB6-4EBB-BDC9-A90BDE602864}" destId="{CC85B13F-B42B-43AA-833C-BD4ED87D43A3}" srcOrd="1" destOrd="0" presId="urn:microsoft.com/office/officeart/2016/7/layout/LinearArrowProcessNumbered"/>
    <dgm:cxn modelId="{40D84A7F-BF57-45D0-A7EA-2E89B433FAF3}" type="presParOf" srcId="{CC85B13F-B42B-43AA-833C-BD4ED87D43A3}" destId="{C8C01649-37E5-4C3A-9C40-DC82E2F35F57}" srcOrd="0" destOrd="0" presId="urn:microsoft.com/office/officeart/2016/7/layout/LinearArrowProcessNumbered"/>
    <dgm:cxn modelId="{8A746C50-2EC6-40E9-B7F6-122D4921FD91}" type="presParOf" srcId="{CC85B13F-B42B-43AA-833C-BD4ED87D43A3}" destId="{281A19EF-1274-4690-A4AD-CB5094F650A8}" srcOrd="1" destOrd="0" presId="urn:microsoft.com/office/officeart/2016/7/layout/LinearArrowProcessNumbered"/>
    <dgm:cxn modelId="{A649F9A9-DA56-49DD-B2F3-7715C94D18BA}" type="presParOf" srcId="{CC85B13F-B42B-43AA-833C-BD4ED87D43A3}" destId="{723EB6D7-2E5C-4D44-AAD2-774890329520}" srcOrd="2" destOrd="0" presId="urn:microsoft.com/office/officeart/2016/7/layout/LinearArrowProcessNumbered"/>
    <dgm:cxn modelId="{84BD1E96-D2CF-4B47-A3D6-AF5BACA76CDF}" type="presParOf" srcId="{CC85B13F-B42B-43AA-833C-BD4ED87D43A3}" destId="{C8A5907F-912C-4CED-BF7B-A929523A7479}" srcOrd="3" destOrd="0" presId="urn:microsoft.com/office/officeart/2016/7/layout/LinearArrowProcessNumbered"/>
    <dgm:cxn modelId="{C00E186B-3DB0-425C-BED9-06D073C177D3}" type="presParOf" srcId="{192E9341-3AB6-4EBB-BDC9-A90BDE602864}" destId="{6A2E50B0-E44E-4D82-9538-CCBF1752D7B5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422511D-28D6-4ED6-B7A4-5481A62C64F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1D0016-4C16-4DA3-9980-D09E4D01B63F}">
      <dgm:prSet/>
      <dgm:spPr/>
      <dgm:t>
        <a:bodyPr/>
        <a:lstStyle/>
        <a:p>
          <a:r>
            <a:rPr lang="en-US" dirty="0"/>
            <a:t>Contributing Databases</a:t>
          </a:r>
        </a:p>
      </dgm:t>
    </dgm:pt>
    <dgm:pt modelId="{8E877D74-E182-4467-B3B2-EF257E8E7B51}" type="parTrans" cxnId="{9DF2A2AA-4F1D-47EE-B3E6-73F218900C92}">
      <dgm:prSet/>
      <dgm:spPr/>
      <dgm:t>
        <a:bodyPr/>
        <a:lstStyle/>
        <a:p>
          <a:endParaRPr lang="en-US"/>
        </a:p>
      </dgm:t>
    </dgm:pt>
    <dgm:pt modelId="{358F6980-D472-43F6-90BF-7EACFC00D058}" type="sibTrans" cxnId="{9DF2A2AA-4F1D-47EE-B3E6-73F218900C92}">
      <dgm:prSet/>
      <dgm:spPr/>
      <dgm:t>
        <a:bodyPr/>
        <a:lstStyle/>
        <a:p>
          <a:endParaRPr lang="en-US"/>
        </a:p>
      </dgm:t>
    </dgm:pt>
    <dgm:pt modelId="{64C5F79C-3015-443A-B6EA-CA8838985A5D}">
      <dgm:prSet/>
      <dgm:spPr/>
      <dgm:t>
        <a:bodyPr/>
        <a:lstStyle/>
        <a:p>
          <a:r>
            <a:rPr lang="en-US"/>
            <a:t>LLNL</a:t>
          </a:r>
        </a:p>
      </dgm:t>
    </dgm:pt>
    <dgm:pt modelId="{D3CDB544-EBC8-4226-85C6-77FE589AB7F8}" type="parTrans" cxnId="{60BCF595-BD06-41FE-AE03-8AE5838A9C34}">
      <dgm:prSet/>
      <dgm:spPr/>
      <dgm:t>
        <a:bodyPr/>
        <a:lstStyle/>
        <a:p>
          <a:endParaRPr lang="en-US"/>
        </a:p>
      </dgm:t>
    </dgm:pt>
    <dgm:pt modelId="{FAC90233-8097-448F-94DC-20A682313ED2}" type="sibTrans" cxnId="{60BCF595-BD06-41FE-AE03-8AE5838A9C34}">
      <dgm:prSet/>
      <dgm:spPr/>
      <dgm:t>
        <a:bodyPr/>
        <a:lstStyle/>
        <a:p>
          <a:endParaRPr lang="en-US"/>
        </a:p>
      </dgm:t>
    </dgm:pt>
    <dgm:pt modelId="{1173FBA9-824F-4023-B61A-459E16B8EEAE}">
      <dgm:prSet/>
      <dgm:spPr/>
      <dgm:t>
        <a:bodyPr/>
        <a:lstStyle/>
        <a:p>
          <a:r>
            <a:rPr lang="en-US"/>
            <a:t>PHREEQC</a:t>
          </a:r>
        </a:p>
      </dgm:t>
    </dgm:pt>
    <dgm:pt modelId="{45BDBF25-5C0E-4E66-99E2-7B86869F70E0}" type="parTrans" cxnId="{32851CB3-499A-45E4-A44A-7D5AA4F758AD}">
      <dgm:prSet/>
      <dgm:spPr/>
      <dgm:t>
        <a:bodyPr/>
        <a:lstStyle/>
        <a:p>
          <a:endParaRPr lang="en-US"/>
        </a:p>
      </dgm:t>
    </dgm:pt>
    <dgm:pt modelId="{D15ABDB8-DE29-44E2-BFAB-916A4C9FE5BB}" type="sibTrans" cxnId="{32851CB3-499A-45E4-A44A-7D5AA4F758AD}">
      <dgm:prSet/>
      <dgm:spPr/>
      <dgm:t>
        <a:bodyPr/>
        <a:lstStyle/>
        <a:p>
          <a:endParaRPr lang="en-US"/>
        </a:p>
      </dgm:t>
    </dgm:pt>
    <dgm:pt modelId="{92C4F735-F701-4906-95B3-B82DBDA20525}">
      <dgm:prSet/>
      <dgm:spPr/>
      <dgm:t>
        <a:bodyPr/>
        <a:lstStyle/>
        <a:p>
          <a:r>
            <a:rPr lang="en-US"/>
            <a:t>Minteq.v4</a:t>
          </a:r>
        </a:p>
      </dgm:t>
    </dgm:pt>
    <dgm:pt modelId="{E14DE525-E734-46D5-9DDE-B206FC939BFD}" type="parTrans" cxnId="{BD3A1AFE-715B-4947-B662-1D0A8BB6BD1A}">
      <dgm:prSet/>
      <dgm:spPr/>
      <dgm:t>
        <a:bodyPr/>
        <a:lstStyle/>
        <a:p>
          <a:endParaRPr lang="en-US"/>
        </a:p>
      </dgm:t>
    </dgm:pt>
    <dgm:pt modelId="{E28941B8-2E54-4A67-9618-3F33D25D70ED}" type="sibTrans" cxnId="{BD3A1AFE-715B-4947-B662-1D0A8BB6BD1A}">
      <dgm:prSet/>
      <dgm:spPr/>
      <dgm:t>
        <a:bodyPr/>
        <a:lstStyle/>
        <a:p>
          <a:endParaRPr lang="en-US"/>
        </a:p>
      </dgm:t>
    </dgm:pt>
    <dgm:pt modelId="{C7F0E2D9-B4FD-4A49-BC43-62A49638349C}">
      <dgm:prSet/>
      <dgm:spPr/>
      <dgm:t>
        <a:bodyPr/>
        <a:lstStyle/>
        <a:p>
          <a:r>
            <a:rPr lang="en-US"/>
            <a:t>SIT</a:t>
          </a:r>
        </a:p>
      </dgm:t>
    </dgm:pt>
    <dgm:pt modelId="{26F0F9C9-8523-42D0-B385-F7F1E331A5D4}" type="parTrans" cxnId="{8A4476D8-77B0-4700-87D9-152CD9423A92}">
      <dgm:prSet/>
      <dgm:spPr/>
      <dgm:t>
        <a:bodyPr/>
        <a:lstStyle/>
        <a:p>
          <a:endParaRPr lang="en-US"/>
        </a:p>
      </dgm:t>
    </dgm:pt>
    <dgm:pt modelId="{AD9F1682-B36E-479A-995B-FC3811E01A6E}" type="sibTrans" cxnId="{8A4476D8-77B0-4700-87D9-152CD9423A92}">
      <dgm:prSet/>
      <dgm:spPr/>
      <dgm:t>
        <a:bodyPr/>
        <a:lstStyle/>
        <a:p>
          <a:endParaRPr lang="en-US"/>
        </a:p>
      </dgm:t>
    </dgm:pt>
    <dgm:pt modelId="{69F077FB-1D8D-47B1-85D4-F0D390197C55}">
      <dgm:prSet/>
      <dgm:spPr/>
      <dgm:t>
        <a:bodyPr/>
        <a:lstStyle/>
        <a:p>
          <a:r>
            <a:rPr lang="en-US" dirty="0"/>
            <a:t>Databases with no unique entries</a:t>
          </a:r>
        </a:p>
      </dgm:t>
    </dgm:pt>
    <dgm:pt modelId="{7FEB4B36-95AD-4E0E-91B8-A44FBCDA2057}" type="parTrans" cxnId="{71EBDECE-380C-499A-82B4-8D8E723390CA}">
      <dgm:prSet/>
      <dgm:spPr/>
      <dgm:t>
        <a:bodyPr/>
        <a:lstStyle/>
        <a:p>
          <a:endParaRPr lang="en-US"/>
        </a:p>
      </dgm:t>
    </dgm:pt>
    <dgm:pt modelId="{B4C9A5B6-779A-42A4-A1D6-B86EC028DD4F}" type="sibTrans" cxnId="{71EBDECE-380C-499A-82B4-8D8E723390CA}">
      <dgm:prSet/>
      <dgm:spPr/>
      <dgm:t>
        <a:bodyPr/>
        <a:lstStyle/>
        <a:p>
          <a:endParaRPr lang="en-US"/>
        </a:p>
      </dgm:t>
    </dgm:pt>
    <dgm:pt modelId="{6943091D-16DA-44FC-B1C4-BCC0B8FDAA79}">
      <dgm:prSet/>
      <dgm:spPr/>
      <dgm:t>
        <a:bodyPr/>
        <a:lstStyle/>
        <a:p>
          <a:r>
            <a:rPr lang="en-GB"/>
            <a:t>Pitzer</a:t>
          </a:r>
          <a:endParaRPr lang="en-US"/>
        </a:p>
      </dgm:t>
    </dgm:pt>
    <dgm:pt modelId="{07F8392D-57B7-4272-9D19-58AD8AE26629}" type="parTrans" cxnId="{F4295BCE-37C0-4BD1-8094-8681DCCCF630}">
      <dgm:prSet/>
      <dgm:spPr/>
      <dgm:t>
        <a:bodyPr/>
        <a:lstStyle/>
        <a:p>
          <a:endParaRPr lang="en-US"/>
        </a:p>
      </dgm:t>
    </dgm:pt>
    <dgm:pt modelId="{B53A606D-0228-462F-AB37-041914C54A9D}" type="sibTrans" cxnId="{F4295BCE-37C0-4BD1-8094-8681DCCCF630}">
      <dgm:prSet/>
      <dgm:spPr/>
      <dgm:t>
        <a:bodyPr/>
        <a:lstStyle/>
        <a:p>
          <a:endParaRPr lang="en-US"/>
        </a:p>
      </dgm:t>
    </dgm:pt>
    <dgm:pt modelId="{FD750725-24D6-46B9-AE2C-03ABAE593BAA}">
      <dgm:prSet/>
      <dgm:spPr/>
      <dgm:t>
        <a:bodyPr/>
        <a:lstStyle/>
        <a:p>
          <a:r>
            <a:rPr lang="en-GB"/>
            <a:t>Tipping Hurley</a:t>
          </a:r>
          <a:endParaRPr lang="en-US"/>
        </a:p>
      </dgm:t>
    </dgm:pt>
    <dgm:pt modelId="{D7304688-3B33-4394-80C5-9C2247B0AB7D}" type="parTrans" cxnId="{863CD8FB-978F-498A-B7DE-8D080F56FF19}">
      <dgm:prSet/>
      <dgm:spPr/>
      <dgm:t>
        <a:bodyPr/>
        <a:lstStyle/>
        <a:p>
          <a:endParaRPr lang="en-US"/>
        </a:p>
      </dgm:t>
    </dgm:pt>
    <dgm:pt modelId="{11D872B9-84F8-4FCC-AB04-66817C164BD8}" type="sibTrans" cxnId="{863CD8FB-978F-498A-B7DE-8D080F56FF19}">
      <dgm:prSet/>
      <dgm:spPr/>
      <dgm:t>
        <a:bodyPr/>
        <a:lstStyle/>
        <a:p>
          <a:endParaRPr lang="en-US"/>
        </a:p>
      </dgm:t>
    </dgm:pt>
    <dgm:pt modelId="{2AA9DF08-B7CA-43A7-8143-EC0B095E269E}" type="pres">
      <dgm:prSet presAssocID="{1422511D-28D6-4ED6-B7A4-5481A62C64F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F0A2C6A-0BA5-4218-A44D-856F3CE1D477}" type="pres">
      <dgm:prSet presAssocID="{781D0016-4C16-4DA3-9980-D09E4D01B63F}" presName="hierRoot1" presStyleCnt="0"/>
      <dgm:spPr/>
    </dgm:pt>
    <dgm:pt modelId="{D1DE1687-7447-4439-88B7-06F69C698DF0}" type="pres">
      <dgm:prSet presAssocID="{781D0016-4C16-4DA3-9980-D09E4D01B63F}" presName="composite" presStyleCnt="0"/>
      <dgm:spPr/>
    </dgm:pt>
    <dgm:pt modelId="{666B5BEA-EFDA-45D9-8130-3BD7CCB139EA}" type="pres">
      <dgm:prSet presAssocID="{781D0016-4C16-4DA3-9980-D09E4D01B63F}" presName="background" presStyleLbl="node0" presStyleIdx="0" presStyleCnt="2"/>
      <dgm:spPr/>
    </dgm:pt>
    <dgm:pt modelId="{2FA7855E-4CE6-4FD0-ACBF-CF1B8E38A0BE}" type="pres">
      <dgm:prSet presAssocID="{781D0016-4C16-4DA3-9980-D09E4D01B63F}" presName="text" presStyleLbl="fgAcc0" presStyleIdx="0" presStyleCnt="2">
        <dgm:presLayoutVars>
          <dgm:chPref val="3"/>
        </dgm:presLayoutVars>
      </dgm:prSet>
      <dgm:spPr/>
    </dgm:pt>
    <dgm:pt modelId="{F1E00D1C-1B17-4A74-B8D1-00B2BAE7DD37}" type="pres">
      <dgm:prSet presAssocID="{781D0016-4C16-4DA3-9980-D09E4D01B63F}" presName="hierChild2" presStyleCnt="0"/>
      <dgm:spPr/>
    </dgm:pt>
    <dgm:pt modelId="{BEC016A7-4A16-4F6B-9D43-86FA9013BE83}" type="pres">
      <dgm:prSet presAssocID="{D3CDB544-EBC8-4226-85C6-77FE589AB7F8}" presName="Name10" presStyleLbl="parChTrans1D2" presStyleIdx="0" presStyleCnt="6"/>
      <dgm:spPr/>
    </dgm:pt>
    <dgm:pt modelId="{63B94A53-3E4E-4817-A646-D0CD7394C662}" type="pres">
      <dgm:prSet presAssocID="{64C5F79C-3015-443A-B6EA-CA8838985A5D}" presName="hierRoot2" presStyleCnt="0"/>
      <dgm:spPr/>
    </dgm:pt>
    <dgm:pt modelId="{376BC596-26F6-42F1-9E0B-6744566CF717}" type="pres">
      <dgm:prSet presAssocID="{64C5F79C-3015-443A-B6EA-CA8838985A5D}" presName="composite2" presStyleCnt="0"/>
      <dgm:spPr/>
    </dgm:pt>
    <dgm:pt modelId="{A2FD2341-0A50-4645-962F-106EB1AC24D3}" type="pres">
      <dgm:prSet presAssocID="{64C5F79C-3015-443A-B6EA-CA8838985A5D}" presName="background2" presStyleLbl="node2" presStyleIdx="0" presStyleCnt="6"/>
      <dgm:spPr/>
    </dgm:pt>
    <dgm:pt modelId="{221C0759-E737-4FC0-BCD0-ACFCD3F2A23C}" type="pres">
      <dgm:prSet presAssocID="{64C5F79C-3015-443A-B6EA-CA8838985A5D}" presName="text2" presStyleLbl="fgAcc2" presStyleIdx="0" presStyleCnt="6">
        <dgm:presLayoutVars>
          <dgm:chPref val="3"/>
        </dgm:presLayoutVars>
      </dgm:prSet>
      <dgm:spPr/>
    </dgm:pt>
    <dgm:pt modelId="{BE48BD4F-AAA8-45E8-84ED-8556D4858879}" type="pres">
      <dgm:prSet presAssocID="{64C5F79C-3015-443A-B6EA-CA8838985A5D}" presName="hierChild3" presStyleCnt="0"/>
      <dgm:spPr/>
    </dgm:pt>
    <dgm:pt modelId="{06996017-80BA-4EB3-A51F-98717F99BF69}" type="pres">
      <dgm:prSet presAssocID="{45BDBF25-5C0E-4E66-99E2-7B86869F70E0}" presName="Name10" presStyleLbl="parChTrans1D2" presStyleIdx="1" presStyleCnt="6"/>
      <dgm:spPr/>
    </dgm:pt>
    <dgm:pt modelId="{7608A3EC-E19B-4F81-B8C7-5E6BD0E23145}" type="pres">
      <dgm:prSet presAssocID="{1173FBA9-824F-4023-B61A-459E16B8EEAE}" presName="hierRoot2" presStyleCnt="0"/>
      <dgm:spPr/>
    </dgm:pt>
    <dgm:pt modelId="{214D4BCC-9AC4-4DF5-A83D-0B67C002151D}" type="pres">
      <dgm:prSet presAssocID="{1173FBA9-824F-4023-B61A-459E16B8EEAE}" presName="composite2" presStyleCnt="0"/>
      <dgm:spPr/>
    </dgm:pt>
    <dgm:pt modelId="{D7D52810-3241-442B-9DC7-490C9FBA9428}" type="pres">
      <dgm:prSet presAssocID="{1173FBA9-824F-4023-B61A-459E16B8EEAE}" presName="background2" presStyleLbl="node2" presStyleIdx="1" presStyleCnt="6"/>
      <dgm:spPr/>
    </dgm:pt>
    <dgm:pt modelId="{C2EC9E10-1E9D-4E6D-8D5E-53D9574ADB1B}" type="pres">
      <dgm:prSet presAssocID="{1173FBA9-824F-4023-B61A-459E16B8EEAE}" presName="text2" presStyleLbl="fgAcc2" presStyleIdx="1" presStyleCnt="6">
        <dgm:presLayoutVars>
          <dgm:chPref val="3"/>
        </dgm:presLayoutVars>
      </dgm:prSet>
      <dgm:spPr/>
    </dgm:pt>
    <dgm:pt modelId="{1EDCC9E8-E263-4FD1-B563-A87985296B9E}" type="pres">
      <dgm:prSet presAssocID="{1173FBA9-824F-4023-B61A-459E16B8EEAE}" presName="hierChild3" presStyleCnt="0"/>
      <dgm:spPr/>
    </dgm:pt>
    <dgm:pt modelId="{4BAA5659-3492-4254-90C4-8F54E9E0A15E}" type="pres">
      <dgm:prSet presAssocID="{E14DE525-E734-46D5-9DDE-B206FC939BFD}" presName="Name10" presStyleLbl="parChTrans1D2" presStyleIdx="2" presStyleCnt="6"/>
      <dgm:spPr/>
    </dgm:pt>
    <dgm:pt modelId="{BDBD90BB-309E-4750-BCBA-37B27E72F0E7}" type="pres">
      <dgm:prSet presAssocID="{92C4F735-F701-4906-95B3-B82DBDA20525}" presName="hierRoot2" presStyleCnt="0"/>
      <dgm:spPr/>
    </dgm:pt>
    <dgm:pt modelId="{29B4E022-EDAB-462B-9643-83DBA5DC4229}" type="pres">
      <dgm:prSet presAssocID="{92C4F735-F701-4906-95B3-B82DBDA20525}" presName="composite2" presStyleCnt="0"/>
      <dgm:spPr/>
    </dgm:pt>
    <dgm:pt modelId="{4A48A124-6DD9-4BFE-8C17-B44E2CDB0585}" type="pres">
      <dgm:prSet presAssocID="{92C4F735-F701-4906-95B3-B82DBDA20525}" presName="background2" presStyleLbl="node2" presStyleIdx="2" presStyleCnt="6"/>
      <dgm:spPr/>
    </dgm:pt>
    <dgm:pt modelId="{D929ABB8-8101-4422-9766-42FB31F08A97}" type="pres">
      <dgm:prSet presAssocID="{92C4F735-F701-4906-95B3-B82DBDA20525}" presName="text2" presStyleLbl="fgAcc2" presStyleIdx="2" presStyleCnt="6">
        <dgm:presLayoutVars>
          <dgm:chPref val="3"/>
        </dgm:presLayoutVars>
      </dgm:prSet>
      <dgm:spPr/>
    </dgm:pt>
    <dgm:pt modelId="{C077548E-D4DC-4284-8194-94ABCB3467E8}" type="pres">
      <dgm:prSet presAssocID="{92C4F735-F701-4906-95B3-B82DBDA20525}" presName="hierChild3" presStyleCnt="0"/>
      <dgm:spPr/>
    </dgm:pt>
    <dgm:pt modelId="{54A6EF09-0B3B-4F1E-A71D-4642167DFE03}" type="pres">
      <dgm:prSet presAssocID="{26F0F9C9-8523-42D0-B385-F7F1E331A5D4}" presName="Name10" presStyleLbl="parChTrans1D2" presStyleIdx="3" presStyleCnt="6"/>
      <dgm:spPr/>
    </dgm:pt>
    <dgm:pt modelId="{108C973A-9A8C-4C7C-B8DC-733E095D40E7}" type="pres">
      <dgm:prSet presAssocID="{C7F0E2D9-B4FD-4A49-BC43-62A49638349C}" presName="hierRoot2" presStyleCnt="0"/>
      <dgm:spPr/>
    </dgm:pt>
    <dgm:pt modelId="{93624976-0A86-455A-972E-395988C77EAC}" type="pres">
      <dgm:prSet presAssocID="{C7F0E2D9-B4FD-4A49-BC43-62A49638349C}" presName="composite2" presStyleCnt="0"/>
      <dgm:spPr/>
    </dgm:pt>
    <dgm:pt modelId="{5795A2FF-17E9-406E-9B56-0291D80697E6}" type="pres">
      <dgm:prSet presAssocID="{C7F0E2D9-B4FD-4A49-BC43-62A49638349C}" presName="background2" presStyleLbl="node2" presStyleIdx="3" presStyleCnt="6"/>
      <dgm:spPr/>
    </dgm:pt>
    <dgm:pt modelId="{518D890F-F372-4EBC-8887-8CA131E5E26A}" type="pres">
      <dgm:prSet presAssocID="{C7F0E2D9-B4FD-4A49-BC43-62A49638349C}" presName="text2" presStyleLbl="fgAcc2" presStyleIdx="3" presStyleCnt="6">
        <dgm:presLayoutVars>
          <dgm:chPref val="3"/>
        </dgm:presLayoutVars>
      </dgm:prSet>
      <dgm:spPr/>
    </dgm:pt>
    <dgm:pt modelId="{F3CDC01C-0FFB-455D-9F29-02E774D1CD67}" type="pres">
      <dgm:prSet presAssocID="{C7F0E2D9-B4FD-4A49-BC43-62A49638349C}" presName="hierChild3" presStyleCnt="0"/>
      <dgm:spPr/>
    </dgm:pt>
    <dgm:pt modelId="{55209266-793B-4055-9CCE-71D7114AEEA5}" type="pres">
      <dgm:prSet presAssocID="{69F077FB-1D8D-47B1-85D4-F0D390197C55}" presName="hierRoot1" presStyleCnt="0"/>
      <dgm:spPr/>
    </dgm:pt>
    <dgm:pt modelId="{CCBB17B8-2BB2-4CA5-B40E-1E5B8A341B67}" type="pres">
      <dgm:prSet presAssocID="{69F077FB-1D8D-47B1-85D4-F0D390197C55}" presName="composite" presStyleCnt="0"/>
      <dgm:spPr/>
    </dgm:pt>
    <dgm:pt modelId="{144662C2-41B5-409B-B6A5-13DE850C493A}" type="pres">
      <dgm:prSet presAssocID="{69F077FB-1D8D-47B1-85D4-F0D390197C55}" presName="background" presStyleLbl="node0" presStyleIdx="1" presStyleCnt="2"/>
      <dgm:spPr/>
    </dgm:pt>
    <dgm:pt modelId="{71856ED2-AB34-4B82-A88E-E4CAE5D9B84D}" type="pres">
      <dgm:prSet presAssocID="{69F077FB-1D8D-47B1-85D4-F0D390197C55}" presName="text" presStyleLbl="fgAcc0" presStyleIdx="1" presStyleCnt="2">
        <dgm:presLayoutVars>
          <dgm:chPref val="3"/>
        </dgm:presLayoutVars>
      </dgm:prSet>
      <dgm:spPr/>
    </dgm:pt>
    <dgm:pt modelId="{D13B5356-7493-44E4-9EB0-BA8A0F96CE1C}" type="pres">
      <dgm:prSet presAssocID="{69F077FB-1D8D-47B1-85D4-F0D390197C55}" presName="hierChild2" presStyleCnt="0"/>
      <dgm:spPr/>
    </dgm:pt>
    <dgm:pt modelId="{9045D52F-8DEB-4301-B331-53D02892F6E3}" type="pres">
      <dgm:prSet presAssocID="{07F8392D-57B7-4272-9D19-58AD8AE26629}" presName="Name10" presStyleLbl="parChTrans1D2" presStyleIdx="4" presStyleCnt="6"/>
      <dgm:spPr/>
    </dgm:pt>
    <dgm:pt modelId="{4AAD0AAD-74F5-41FA-911A-F53FB8741C14}" type="pres">
      <dgm:prSet presAssocID="{6943091D-16DA-44FC-B1C4-BCC0B8FDAA79}" presName="hierRoot2" presStyleCnt="0"/>
      <dgm:spPr/>
    </dgm:pt>
    <dgm:pt modelId="{DFA449A5-EF1F-4D15-AA64-519EBB1FF1BC}" type="pres">
      <dgm:prSet presAssocID="{6943091D-16DA-44FC-B1C4-BCC0B8FDAA79}" presName="composite2" presStyleCnt="0"/>
      <dgm:spPr/>
    </dgm:pt>
    <dgm:pt modelId="{5A7871CE-0915-442B-B4CB-77CD2E83C9C7}" type="pres">
      <dgm:prSet presAssocID="{6943091D-16DA-44FC-B1C4-BCC0B8FDAA79}" presName="background2" presStyleLbl="node2" presStyleIdx="4" presStyleCnt="6"/>
      <dgm:spPr/>
    </dgm:pt>
    <dgm:pt modelId="{5750FAD5-2B3E-4398-9F7C-72B5BA8C76D4}" type="pres">
      <dgm:prSet presAssocID="{6943091D-16DA-44FC-B1C4-BCC0B8FDAA79}" presName="text2" presStyleLbl="fgAcc2" presStyleIdx="4" presStyleCnt="6">
        <dgm:presLayoutVars>
          <dgm:chPref val="3"/>
        </dgm:presLayoutVars>
      </dgm:prSet>
      <dgm:spPr/>
    </dgm:pt>
    <dgm:pt modelId="{E394BAE5-9455-4842-8BC8-9586FB1A1D4A}" type="pres">
      <dgm:prSet presAssocID="{6943091D-16DA-44FC-B1C4-BCC0B8FDAA79}" presName="hierChild3" presStyleCnt="0"/>
      <dgm:spPr/>
    </dgm:pt>
    <dgm:pt modelId="{2428BD00-9400-48CF-A8F6-BB843E446F66}" type="pres">
      <dgm:prSet presAssocID="{D7304688-3B33-4394-80C5-9C2247B0AB7D}" presName="Name10" presStyleLbl="parChTrans1D2" presStyleIdx="5" presStyleCnt="6"/>
      <dgm:spPr/>
    </dgm:pt>
    <dgm:pt modelId="{36188CD2-6773-4612-B973-163C5993B301}" type="pres">
      <dgm:prSet presAssocID="{FD750725-24D6-46B9-AE2C-03ABAE593BAA}" presName="hierRoot2" presStyleCnt="0"/>
      <dgm:spPr/>
    </dgm:pt>
    <dgm:pt modelId="{BFC115E5-DF9F-4380-B6E1-932641E6E89C}" type="pres">
      <dgm:prSet presAssocID="{FD750725-24D6-46B9-AE2C-03ABAE593BAA}" presName="composite2" presStyleCnt="0"/>
      <dgm:spPr/>
    </dgm:pt>
    <dgm:pt modelId="{F598F5C0-AA6F-4F62-AD77-0DC317885F86}" type="pres">
      <dgm:prSet presAssocID="{FD750725-24D6-46B9-AE2C-03ABAE593BAA}" presName="background2" presStyleLbl="node2" presStyleIdx="5" presStyleCnt="6"/>
      <dgm:spPr/>
    </dgm:pt>
    <dgm:pt modelId="{48545364-F7FC-41E1-B60B-C72A91EC201C}" type="pres">
      <dgm:prSet presAssocID="{FD750725-24D6-46B9-AE2C-03ABAE593BAA}" presName="text2" presStyleLbl="fgAcc2" presStyleIdx="5" presStyleCnt="6">
        <dgm:presLayoutVars>
          <dgm:chPref val="3"/>
        </dgm:presLayoutVars>
      </dgm:prSet>
      <dgm:spPr/>
    </dgm:pt>
    <dgm:pt modelId="{402119E5-84E9-4893-AC38-D748C738B57F}" type="pres">
      <dgm:prSet presAssocID="{FD750725-24D6-46B9-AE2C-03ABAE593BAA}" presName="hierChild3" presStyleCnt="0"/>
      <dgm:spPr/>
    </dgm:pt>
  </dgm:ptLst>
  <dgm:cxnLst>
    <dgm:cxn modelId="{6D6C5E07-8DDA-4E0A-AF11-81549AEFC159}" type="presOf" srcId="{45BDBF25-5C0E-4E66-99E2-7B86869F70E0}" destId="{06996017-80BA-4EB3-A51F-98717F99BF69}" srcOrd="0" destOrd="0" presId="urn:microsoft.com/office/officeart/2005/8/layout/hierarchy1"/>
    <dgm:cxn modelId="{B7E5DA5F-CDF3-4EFB-9DF1-EE5A9B0698AC}" type="presOf" srcId="{C7F0E2D9-B4FD-4A49-BC43-62A49638349C}" destId="{518D890F-F372-4EBC-8887-8CA131E5E26A}" srcOrd="0" destOrd="0" presId="urn:microsoft.com/office/officeart/2005/8/layout/hierarchy1"/>
    <dgm:cxn modelId="{27820768-892D-444A-8834-AAFA9BBA33BC}" type="presOf" srcId="{FD750725-24D6-46B9-AE2C-03ABAE593BAA}" destId="{48545364-F7FC-41E1-B60B-C72A91EC201C}" srcOrd="0" destOrd="0" presId="urn:microsoft.com/office/officeart/2005/8/layout/hierarchy1"/>
    <dgm:cxn modelId="{B9CC8D72-DE9D-4437-ADE2-65CB3E0F3FA0}" type="presOf" srcId="{D3CDB544-EBC8-4226-85C6-77FE589AB7F8}" destId="{BEC016A7-4A16-4F6B-9D43-86FA9013BE83}" srcOrd="0" destOrd="0" presId="urn:microsoft.com/office/officeart/2005/8/layout/hierarchy1"/>
    <dgm:cxn modelId="{809F5F54-399B-4BEA-A6EA-C646C2E1AB3F}" type="presOf" srcId="{D7304688-3B33-4394-80C5-9C2247B0AB7D}" destId="{2428BD00-9400-48CF-A8F6-BB843E446F66}" srcOrd="0" destOrd="0" presId="urn:microsoft.com/office/officeart/2005/8/layout/hierarchy1"/>
    <dgm:cxn modelId="{14BB3C89-B9C3-4A33-BDEB-45F829ABACB6}" type="presOf" srcId="{6943091D-16DA-44FC-B1C4-BCC0B8FDAA79}" destId="{5750FAD5-2B3E-4398-9F7C-72B5BA8C76D4}" srcOrd="0" destOrd="0" presId="urn:microsoft.com/office/officeart/2005/8/layout/hierarchy1"/>
    <dgm:cxn modelId="{60BCF595-BD06-41FE-AE03-8AE5838A9C34}" srcId="{781D0016-4C16-4DA3-9980-D09E4D01B63F}" destId="{64C5F79C-3015-443A-B6EA-CA8838985A5D}" srcOrd="0" destOrd="0" parTransId="{D3CDB544-EBC8-4226-85C6-77FE589AB7F8}" sibTransId="{FAC90233-8097-448F-94DC-20A682313ED2}"/>
    <dgm:cxn modelId="{9DF2A2AA-4F1D-47EE-B3E6-73F218900C92}" srcId="{1422511D-28D6-4ED6-B7A4-5481A62C64F9}" destId="{781D0016-4C16-4DA3-9980-D09E4D01B63F}" srcOrd="0" destOrd="0" parTransId="{8E877D74-E182-4467-B3B2-EF257E8E7B51}" sibTransId="{358F6980-D472-43F6-90BF-7EACFC00D058}"/>
    <dgm:cxn modelId="{32851CB3-499A-45E4-A44A-7D5AA4F758AD}" srcId="{781D0016-4C16-4DA3-9980-D09E4D01B63F}" destId="{1173FBA9-824F-4023-B61A-459E16B8EEAE}" srcOrd="1" destOrd="0" parTransId="{45BDBF25-5C0E-4E66-99E2-7B86869F70E0}" sibTransId="{D15ABDB8-DE29-44E2-BFAB-916A4C9FE5BB}"/>
    <dgm:cxn modelId="{8946D7BF-81A7-41C0-8A21-52F94815B9E9}" type="presOf" srcId="{26F0F9C9-8523-42D0-B385-F7F1E331A5D4}" destId="{54A6EF09-0B3B-4F1E-A71D-4642167DFE03}" srcOrd="0" destOrd="0" presId="urn:microsoft.com/office/officeart/2005/8/layout/hierarchy1"/>
    <dgm:cxn modelId="{224C45C5-B8CE-463D-9729-B470745E21C7}" type="presOf" srcId="{1422511D-28D6-4ED6-B7A4-5481A62C64F9}" destId="{2AA9DF08-B7CA-43A7-8143-EC0B095E269E}" srcOrd="0" destOrd="0" presId="urn:microsoft.com/office/officeart/2005/8/layout/hierarchy1"/>
    <dgm:cxn modelId="{1112D7C9-614E-453C-9B85-5F514BA7163D}" type="presOf" srcId="{69F077FB-1D8D-47B1-85D4-F0D390197C55}" destId="{71856ED2-AB34-4B82-A88E-E4CAE5D9B84D}" srcOrd="0" destOrd="0" presId="urn:microsoft.com/office/officeart/2005/8/layout/hierarchy1"/>
    <dgm:cxn modelId="{F4295BCE-37C0-4BD1-8094-8681DCCCF630}" srcId="{69F077FB-1D8D-47B1-85D4-F0D390197C55}" destId="{6943091D-16DA-44FC-B1C4-BCC0B8FDAA79}" srcOrd="0" destOrd="0" parTransId="{07F8392D-57B7-4272-9D19-58AD8AE26629}" sibTransId="{B53A606D-0228-462F-AB37-041914C54A9D}"/>
    <dgm:cxn modelId="{71EBDECE-380C-499A-82B4-8D8E723390CA}" srcId="{1422511D-28D6-4ED6-B7A4-5481A62C64F9}" destId="{69F077FB-1D8D-47B1-85D4-F0D390197C55}" srcOrd="1" destOrd="0" parTransId="{7FEB4B36-95AD-4E0E-91B8-A44FBCDA2057}" sibTransId="{B4C9A5B6-779A-42A4-A1D6-B86EC028DD4F}"/>
    <dgm:cxn modelId="{4961ECD3-4CEB-4130-B0D0-9B8468D0F9F3}" type="presOf" srcId="{07F8392D-57B7-4272-9D19-58AD8AE26629}" destId="{9045D52F-8DEB-4301-B331-53D02892F6E3}" srcOrd="0" destOrd="0" presId="urn:microsoft.com/office/officeart/2005/8/layout/hierarchy1"/>
    <dgm:cxn modelId="{396631D5-D050-45EC-84A8-0F36D70535DD}" type="presOf" srcId="{64C5F79C-3015-443A-B6EA-CA8838985A5D}" destId="{221C0759-E737-4FC0-BCD0-ACFCD3F2A23C}" srcOrd="0" destOrd="0" presId="urn:microsoft.com/office/officeart/2005/8/layout/hierarchy1"/>
    <dgm:cxn modelId="{8A4476D8-77B0-4700-87D9-152CD9423A92}" srcId="{781D0016-4C16-4DA3-9980-D09E4D01B63F}" destId="{C7F0E2D9-B4FD-4A49-BC43-62A49638349C}" srcOrd="3" destOrd="0" parTransId="{26F0F9C9-8523-42D0-B385-F7F1E331A5D4}" sibTransId="{AD9F1682-B36E-479A-995B-FC3811E01A6E}"/>
    <dgm:cxn modelId="{78AC0BDD-A71D-4F8F-8CFD-B1BC45A2356C}" type="presOf" srcId="{1173FBA9-824F-4023-B61A-459E16B8EEAE}" destId="{C2EC9E10-1E9D-4E6D-8D5E-53D9574ADB1B}" srcOrd="0" destOrd="0" presId="urn:microsoft.com/office/officeart/2005/8/layout/hierarchy1"/>
    <dgm:cxn modelId="{31D1E6DE-4FF4-4635-828A-1B61CF525C86}" type="presOf" srcId="{92C4F735-F701-4906-95B3-B82DBDA20525}" destId="{D929ABB8-8101-4422-9766-42FB31F08A97}" srcOrd="0" destOrd="0" presId="urn:microsoft.com/office/officeart/2005/8/layout/hierarchy1"/>
    <dgm:cxn modelId="{62FD87EA-B43B-4D4C-AADB-669F7A4F5754}" type="presOf" srcId="{781D0016-4C16-4DA3-9980-D09E4D01B63F}" destId="{2FA7855E-4CE6-4FD0-ACBF-CF1B8E38A0BE}" srcOrd="0" destOrd="0" presId="urn:microsoft.com/office/officeart/2005/8/layout/hierarchy1"/>
    <dgm:cxn modelId="{F1871BF8-BEDF-4C91-B643-A97950D0B04B}" type="presOf" srcId="{E14DE525-E734-46D5-9DDE-B206FC939BFD}" destId="{4BAA5659-3492-4254-90C4-8F54E9E0A15E}" srcOrd="0" destOrd="0" presId="urn:microsoft.com/office/officeart/2005/8/layout/hierarchy1"/>
    <dgm:cxn modelId="{863CD8FB-978F-498A-B7DE-8D080F56FF19}" srcId="{69F077FB-1D8D-47B1-85D4-F0D390197C55}" destId="{FD750725-24D6-46B9-AE2C-03ABAE593BAA}" srcOrd="1" destOrd="0" parTransId="{D7304688-3B33-4394-80C5-9C2247B0AB7D}" sibTransId="{11D872B9-84F8-4FCC-AB04-66817C164BD8}"/>
    <dgm:cxn modelId="{BD3A1AFE-715B-4947-B662-1D0A8BB6BD1A}" srcId="{781D0016-4C16-4DA3-9980-D09E4D01B63F}" destId="{92C4F735-F701-4906-95B3-B82DBDA20525}" srcOrd="2" destOrd="0" parTransId="{E14DE525-E734-46D5-9DDE-B206FC939BFD}" sibTransId="{E28941B8-2E54-4A67-9618-3F33D25D70ED}"/>
    <dgm:cxn modelId="{D4182BC6-5D1B-42BF-A8B7-A247E893B6FA}" type="presParOf" srcId="{2AA9DF08-B7CA-43A7-8143-EC0B095E269E}" destId="{6F0A2C6A-0BA5-4218-A44D-856F3CE1D477}" srcOrd="0" destOrd="0" presId="urn:microsoft.com/office/officeart/2005/8/layout/hierarchy1"/>
    <dgm:cxn modelId="{1C11C398-0BD9-4B32-9552-0F60020BEDA9}" type="presParOf" srcId="{6F0A2C6A-0BA5-4218-A44D-856F3CE1D477}" destId="{D1DE1687-7447-4439-88B7-06F69C698DF0}" srcOrd="0" destOrd="0" presId="urn:microsoft.com/office/officeart/2005/8/layout/hierarchy1"/>
    <dgm:cxn modelId="{580844CE-A263-4621-823D-4B674ED4E822}" type="presParOf" srcId="{D1DE1687-7447-4439-88B7-06F69C698DF0}" destId="{666B5BEA-EFDA-45D9-8130-3BD7CCB139EA}" srcOrd="0" destOrd="0" presId="urn:microsoft.com/office/officeart/2005/8/layout/hierarchy1"/>
    <dgm:cxn modelId="{BB1857D7-B09B-4AAE-ACF1-0A57FC321765}" type="presParOf" srcId="{D1DE1687-7447-4439-88B7-06F69C698DF0}" destId="{2FA7855E-4CE6-4FD0-ACBF-CF1B8E38A0BE}" srcOrd="1" destOrd="0" presId="urn:microsoft.com/office/officeart/2005/8/layout/hierarchy1"/>
    <dgm:cxn modelId="{97888669-88A5-4C87-900C-FE86C7FE7CAA}" type="presParOf" srcId="{6F0A2C6A-0BA5-4218-A44D-856F3CE1D477}" destId="{F1E00D1C-1B17-4A74-B8D1-00B2BAE7DD37}" srcOrd="1" destOrd="0" presId="urn:microsoft.com/office/officeart/2005/8/layout/hierarchy1"/>
    <dgm:cxn modelId="{95E1FCA0-359E-4A42-8760-92E545C13474}" type="presParOf" srcId="{F1E00D1C-1B17-4A74-B8D1-00B2BAE7DD37}" destId="{BEC016A7-4A16-4F6B-9D43-86FA9013BE83}" srcOrd="0" destOrd="0" presId="urn:microsoft.com/office/officeart/2005/8/layout/hierarchy1"/>
    <dgm:cxn modelId="{5BDE5988-86CB-4DCA-B746-BD5BC807EC23}" type="presParOf" srcId="{F1E00D1C-1B17-4A74-B8D1-00B2BAE7DD37}" destId="{63B94A53-3E4E-4817-A646-D0CD7394C662}" srcOrd="1" destOrd="0" presId="urn:microsoft.com/office/officeart/2005/8/layout/hierarchy1"/>
    <dgm:cxn modelId="{E6E83526-1E95-463F-AAB0-D53C1B58BD8C}" type="presParOf" srcId="{63B94A53-3E4E-4817-A646-D0CD7394C662}" destId="{376BC596-26F6-42F1-9E0B-6744566CF717}" srcOrd="0" destOrd="0" presId="urn:microsoft.com/office/officeart/2005/8/layout/hierarchy1"/>
    <dgm:cxn modelId="{E5AF34E1-C677-48A6-9234-827969AAB4C2}" type="presParOf" srcId="{376BC596-26F6-42F1-9E0B-6744566CF717}" destId="{A2FD2341-0A50-4645-962F-106EB1AC24D3}" srcOrd="0" destOrd="0" presId="urn:microsoft.com/office/officeart/2005/8/layout/hierarchy1"/>
    <dgm:cxn modelId="{8A404FC4-1960-4FF1-8B25-391B2C4345A0}" type="presParOf" srcId="{376BC596-26F6-42F1-9E0B-6744566CF717}" destId="{221C0759-E737-4FC0-BCD0-ACFCD3F2A23C}" srcOrd="1" destOrd="0" presId="urn:microsoft.com/office/officeart/2005/8/layout/hierarchy1"/>
    <dgm:cxn modelId="{5D0AE571-2B8B-4B24-8ED2-07084BB9168D}" type="presParOf" srcId="{63B94A53-3E4E-4817-A646-D0CD7394C662}" destId="{BE48BD4F-AAA8-45E8-84ED-8556D4858879}" srcOrd="1" destOrd="0" presId="urn:microsoft.com/office/officeart/2005/8/layout/hierarchy1"/>
    <dgm:cxn modelId="{39506D45-551F-4D43-B94F-F37735E009B1}" type="presParOf" srcId="{F1E00D1C-1B17-4A74-B8D1-00B2BAE7DD37}" destId="{06996017-80BA-4EB3-A51F-98717F99BF69}" srcOrd="2" destOrd="0" presId="urn:microsoft.com/office/officeart/2005/8/layout/hierarchy1"/>
    <dgm:cxn modelId="{09BC4B2B-9A65-4EB1-B79F-0224413451FC}" type="presParOf" srcId="{F1E00D1C-1B17-4A74-B8D1-00B2BAE7DD37}" destId="{7608A3EC-E19B-4F81-B8C7-5E6BD0E23145}" srcOrd="3" destOrd="0" presId="urn:microsoft.com/office/officeart/2005/8/layout/hierarchy1"/>
    <dgm:cxn modelId="{57358B9B-471B-424C-9BE4-302FD2DFF38D}" type="presParOf" srcId="{7608A3EC-E19B-4F81-B8C7-5E6BD0E23145}" destId="{214D4BCC-9AC4-4DF5-A83D-0B67C002151D}" srcOrd="0" destOrd="0" presId="urn:microsoft.com/office/officeart/2005/8/layout/hierarchy1"/>
    <dgm:cxn modelId="{7B627509-73BA-466C-8B2A-2565FEA1D5A2}" type="presParOf" srcId="{214D4BCC-9AC4-4DF5-A83D-0B67C002151D}" destId="{D7D52810-3241-442B-9DC7-490C9FBA9428}" srcOrd="0" destOrd="0" presId="urn:microsoft.com/office/officeart/2005/8/layout/hierarchy1"/>
    <dgm:cxn modelId="{E9558594-A04A-4E8D-B09C-1977A68B6A66}" type="presParOf" srcId="{214D4BCC-9AC4-4DF5-A83D-0B67C002151D}" destId="{C2EC9E10-1E9D-4E6D-8D5E-53D9574ADB1B}" srcOrd="1" destOrd="0" presId="urn:microsoft.com/office/officeart/2005/8/layout/hierarchy1"/>
    <dgm:cxn modelId="{53738F3D-A9B5-421D-9E00-4FC72A142378}" type="presParOf" srcId="{7608A3EC-E19B-4F81-B8C7-5E6BD0E23145}" destId="{1EDCC9E8-E263-4FD1-B563-A87985296B9E}" srcOrd="1" destOrd="0" presId="urn:microsoft.com/office/officeart/2005/8/layout/hierarchy1"/>
    <dgm:cxn modelId="{D5693C8C-53A5-494D-95EC-EF68CB7B3EA4}" type="presParOf" srcId="{F1E00D1C-1B17-4A74-B8D1-00B2BAE7DD37}" destId="{4BAA5659-3492-4254-90C4-8F54E9E0A15E}" srcOrd="4" destOrd="0" presId="urn:microsoft.com/office/officeart/2005/8/layout/hierarchy1"/>
    <dgm:cxn modelId="{CD47E164-AD58-429A-9C75-2B7362A51B27}" type="presParOf" srcId="{F1E00D1C-1B17-4A74-B8D1-00B2BAE7DD37}" destId="{BDBD90BB-309E-4750-BCBA-37B27E72F0E7}" srcOrd="5" destOrd="0" presId="urn:microsoft.com/office/officeart/2005/8/layout/hierarchy1"/>
    <dgm:cxn modelId="{2102BB24-51F3-4B3B-ADBC-F32B885BC2CB}" type="presParOf" srcId="{BDBD90BB-309E-4750-BCBA-37B27E72F0E7}" destId="{29B4E022-EDAB-462B-9643-83DBA5DC4229}" srcOrd="0" destOrd="0" presId="urn:microsoft.com/office/officeart/2005/8/layout/hierarchy1"/>
    <dgm:cxn modelId="{FA32794A-E1B1-4EF8-B0FE-E280333CF8A5}" type="presParOf" srcId="{29B4E022-EDAB-462B-9643-83DBA5DC4229}" destId="{4A48A124-6DD9-4BFE-8C17-B44E2CDB0585}" srcOrd="0" destOrd="0" presId="urn:microsoft.com/office/officeart/2005/8/layout/hierarchy1"/>
    <dgm:cxn modelId="{3322C924-D45F-437A-B6F8-D99DCDBE63D2}" type="presParOf" srcId="{29B4E022-EDAB-462B-9643-83DBA5DC4229}" destId="{D929ABB8-8101-4422-9766-42FB31F08A97}" srcOrd="1" destOrd="0" presId="urn:microsoft.com/office/officeart/2005/8/layout/hierarchy1"/>
    <dgm:cxn modelId="{684354E0-0887-495F-BF64-6B5A32AA4503}" type="presParOf" srcId="{BDBD90BB-309E-4750-BCBA-37B27E72F0E7}" destId="{C077548E-D4DC-4284-8194-94ABCB3467E8}" srcOrd="1" destOrd="0" presId="urn:microsoft.com/office/officeart/2005/8/layout/hierarchy1"/>
    <dgm:cxn modelId="{6C53F17D-D2E2-4F16-A56F-FF79B202E890}" type="presParOf" srcId="{F1E00D1C-1B17-4A74-B8D1-00B2BAE7DD37}" destId="{54A6EF09-0B3B-4F1E-A71D-4642167DFE03}" srcOrd="6" destOrd="0" presId="urn:microsoft.com/office/officeart/2005/8/layout/hierarchy1"/>
    <dgm:cxn modelId="{C720DA79-684F-437D-83FF-DACD8A701586}" type="presParOf" srcId="{F1E00D1C-1B17-4A74-B8D1-00B2BAE7DD37}" destId="{108C973A-9A8C-4C7C-B8DC-733E095D40E7}" srcOrd="7" destOrd="0" presId="urn:microsoft.com/office/officeart/2005/8/layout/hierarchy1"/>
    <dgm:cxn modelId="{5F710406-8186-405F-A825-7C26D490BD34}" type="presParOf" srcId="{108C973A-9A8C-4C7C-B8DC-733E095D40E7}" destId="{93624976-0A86-455A-972E-395988C77EAC}" srcOrd="0" destOrd="0" presId="urn:microsoft.com/office/officeart/2005/8/layout/hierarchy1"/>
    <dgm:cxn modelId="{E56F8709-8073-46E6-ABF8-98CB53FB2B4C}" type="presParOf" srcId="{93624976-0A86-455A-972E-395988C77EAC}" destId="{5795A2FF-17E9-406E-9B56-0291D80697E6}" srcOrd="0" destOrd="0" presId="urn:microsoft.com/office/officeart/2005/8/layout/hierarchy1"/>
    <dgm:cxn modelId="{5E1CE52B-80F3-4D6E-B807-55FF44746749}" type="presParOf" srcId="{93624976-0A86-455A-972E-395988C77EAC}" destId="{518D890F-F372-4EBC-8887-8CA131E5E26A}" srcOrd="1" destOrd="0" presId="urn:microsoft.com/office/officeart/2005/8/layout/hierarchy1"/>
    <dgm:cxn modelId="{12470300-0EF9-4917-8514-62884E1AE44B}" type="presParOf" srcId="{108C973A-9A8C-4C7C-B8DC-733E095D40E7}" destId="{F3CDC01C-0FFB-455D-9F29-02E774D1CD67}" srcOrd="1" destOrd="0" presId="urn:microsoft.com/office/officeart/2005/8/layout/hierarchy1"/>
    <dgm:cxn modelId="{544F4F07-5513-409A-A30D-AF9ED865EDF8}" type="presParOf" srcId="{2AA9DF08-B7CA-43A7-8143-EC0B095E269E}" destId="{55209266-793B-4055-9CCE-71D7114AEEA5}" srcOrd="1" destOrd="0" presId="urn:microsoft.com/office/officeart/2005/8/layout/hierarchy1"/>
    <dgm:cxn modelId="{7B4ECBBC-06A7-4D7D-8B95-C838D370A327}" type="presParOf" srcId="{55209266-793B-4055-9CCE-71D7114AEEA5}" destId="{CCBB17B8-2BB2-4CA5-B40E-1E5B8A341B67}" srcOrd="0" destOrd="0" presId="urn:microsoft.com/office/officeart/2005/8/layout/hierarchy1"/>
    <dgm:cxn modelId="{570C6C62-DAB2-4EED-84C1-D0F4F96F55C1}" type="presParOf" srcId="{CCBB17B8-2BB2-4CA5-B40E-1E5B8A341B67}" destId="{144662C2-41B5-409B-B6A5-13DE850C493A}" srcOrd="0" destOrd="0" presId="urn:microsoft.com/office/officeart/2005/8/layout/hierarchy1"/>
    <dgm:cxn modelId="{073E2542-80D5-4B61-A71D-C4974FAF6632}" type="presParOf" srcId="{CCBB17B8-2BB2-4CA5-B40E-1E5B8A341B67}" destId="{71856ED2-AB34-4B82-A88E-E4CAE5D9B84D}" srcOrd="1" destOrd="0" presId="urn:microsoft.com/office/officeart/2005/8/layout/hierarchy1"/>
    <dgm:cxn modelId="{7F633230-5B87-4336-9F89-ECA1F0B56EF7}" type="presParOf" srcId="{55209266-793B-4055-9CCE-71D7114AEEA5}" destId="{D13B5356-7493-44E4-9EB0-BA8A0F96CE1C}" srcOrd="1" destOrd="0" presId="urn:microsoft.com/office/officeart/2005/8/layout/hierarchy1"/>
    <dgm:cxn modelId="{2E7D1B7F-846E-458F-AE67-2E60DCA1FE1C}" type="presParOf" srcId="{D13B5356-7493-44E4-9EB0-BA8A0F96CE1C}" destId="{9045D52F-8DEB-4301-B331-53D02892F6E3}" srcOrd="0" destOrd="0" presId="urn:microsoft.com/office/officeart/2005/8/layout/hierarchy1"/>
    <dgm:cxn modelId="{ED422819-BC5F-4AE8-8CEF-B8FE6F3144A0}" type="presParOf" srcId="{D13B5356-7493-44E4-9EB0-BA8A0F96CE1C}" destId="{4AAD0AAD-74F5-41FA-911A-F53FB8741C14}" srcOrd="1" destOrd="0" presId="urn:microsoft.com/office/officeart/2005/8/layout/hierarchy1"/>
    <dgm:cxn modelId="{3189F86B-ADD9-4382-9B1B-982E48494B67}" type="presParOf" srcId="{4AAD0AAD-74F5-41FA-911A-F53FB8741C14}" destId="{DFA449A5-EF1F-4D15-AA64-519EBB1FF1BC}" srcOrd="0" destOrd="0" presId="urn:microsoft.com/office/officeart/2005/8/layout/hierarchy1"/>
    <dgm:cxn modelId="{72A61E6F-9733-47BC-A221-CD915941D69F}" type="presParOf" srcId="{DFA449A5-EF1F-4D15-AA64-519EBB1FF1BC}" destId="{5A7871CE-0915-442B-B4CB-77CD2E83C9C7}" srcOrd="0" destOrd="0" presId="urn:microsoft.com/office/officeart/2005/8/layout/hierarchy1"/>
    <dgm:cxn modelId="{AC9DCC20-80AB-4C77-B2C2-3F8074946CBF}" type="presParOf" srcId="{DFA449A5-EF1F-4D15-AA64-519EBB1FF1BC}" destId="{5750FAD5-2B3E-4398-9F7C-72B5BA8C76D4}" srcOrd="1" destOrd="0" presId="urn:microsoft.com/office/officeart/2005/8/layout/hierarchy1"/>
    <dgm:cxn modelId="{6427C6CF-F508-476C-BA41-F896402B9826}" type="presParOf" srcId="{4AAD0AAD-74F5-41FA-911A-F53FB8741C14}" destId="{E394BAE5-9455-4842-8BC8-9586FB1A1D4A}" srcOrd="1" destOrd="0" presId="urn:microsoft.com/office/officeart/2005/8/layout/hierarchy1"/>
    <dgm:cxn modelId="{2854A780-FDB0-4A6D-B673-4050ED7BD1CE}" type="presParOf" srcId="{D13B5356-7493-44E4-9EB0-BA8A0F96CE1C}" destId="{2428BD00-9400-48CF-A8F6-BB843E446F66}" srcOrd="2" destOrd="0" presId="urn:microsoft.com/office/officeart/2005/8/layout/hierarchy1"/>
    <dgm:cxn modelId="{94118F90-A292-445D-B306-963AF703651D}" type="presParOf" srcId="{D13B5356-7493-44E4-9EB0-BA8A0F96CE1C}" destId="{36188CD2-6773-4612-B973-163C5993B301}" srcOrd="3" destOrd="0" presId="urn:microsoft.com/office/officeart/2005/8/layout/hierarchy1"/>
    <dgm:cxn modelId="{3C3EB634-4FD4-4C56-9A72-3FDE2D514EAF}" type="presParOf" srcId="{36188CD2-6773-4612-B973-163C5993B301}" destId="{BFC115E5-DF9F-4380-B6E1-932641E6E89C}" srcOrd="0" destOrd="0" presId="urn:microsoft.com/office/officeart/2005/8/layout/hierarchy1"/>
    <dgm:cxn modelId="{F611AD2A-7392-4C52-8B37-5F0D9BF63423}" type="presParOf" srcId="{BFC115E5-DF9F-4380-B6E1-932641E6E89C}" destId="{F598F5C0-AA6F-4F62-AD77-0DC317885F86}" srcOrd="0" destOrd="0" presId="urn:microsoft.com/office/officeart/2005/8/layout/hierarchy1"/>
    <dgm:cxn modelId="{66A4196E-2A84-4241-8ED1-7DB568EA8795}" type="presParOf" srcId="{BFC115E5-DF9F-4380-B6E1-932641E6E89C}" destId="{48545364-F7FC-41E1-B60B-C72A91EC201C}" srcOrd="1" destOrd="0" presId="urn:microsoft.com/office/officeart/2005/8/layout/hierarchy1"/>
    <dgm:cxn modelId="{00478918-115D-429A-B4E9-D9ADE6C7B469}" type="presParOf" srcId="{36188CD2-6773-4612-B973-163C5993B301}" destId="{402119E5-84E9-4893-AC38-D748C738B57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4EC3B7-844B-4BD2-B18B-4D536B6EF2AC}">
      <dsp:nvSpPr>
        <dsp:cNvPr id="0" name=""/>
        <dsp:cNvSpPr/>
      </dsp:nvSpPr>
      <dsp:spPr>
        <a:xfrm>
          <a:off x="2236056" y="337616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973F73-4E7C-4A67-97C3-194201ABCD93}">
      <dsp:nvSpPr>
        <dsp:cNvPr id="0" name=""/>
        <dsp:cNvSpPr/>
      </dsp:nvSpPr>
      <dsp:spPr>
        <a:xfrm>
          <a:off x="832056" y="198975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Geochemical software</a:t>
          </a:r>
        </a:p>
      </dsp:txBody>
      <dsp:txXfrm>
        <a:off x="832056" y="1989752"/>
        <a:ext cx="4320000" cy="648000"/>
      </dsp:txXfrm>
    </dsp:sp>
    <dsp:sp modelId="{3A6B5792-B031-4502-8355-867E0448B138}">
      <dsp:nvSpPr>
        <dsp:cNvPr id="0" name=""/>
        <dsp:cNvSpPr/>
      </dsp:nvSpPr>
      <dsp:spPr>
        <a:xfrm>
          <a:off x="832056" y="2702932"/>
          <a:ext cx="4320000" cy="893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How it works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What are the user inputs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Available options</a:t>
          </a:r>
        </a:p>
      </dsp:txBody>
      <dsp:txXfrm>
        <a:off x="832056" y="2702932"/>
        <a:ext cx="4320000" cy="893666"/>
      </dsp:txXfrm>
    </dsp:sp>
    <dsp:sp modelId="{11035B2B-F7D3-443B-8AC3-B3D9D0EE9BC0}">
      <dsp:nvSpPr>
        <dsp:cNvPr id="0" name=""/>
        <dsp:cNvSpPr/>
      </dsp:nvSpPr>
      <dsp:spPr>
        <a:xfrm>
          <a:off x="7312056" y="337616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A2B1D7-5299-4709-9F5E-B016BC04F29F}">
      <dsp:nvSpPr>
        <dsp:cNvPr id="0" name=""/>
        <dsp:cNvSpPr/>
      </dsp:nvSpPr>
      <dsp:spPr>
        <a:xfrm>
          <a:off x="5908056" y="198975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300" kern="1200"/>
            <a:t>Why PHREEQC over other applications</a:t>
          </a:r>
          <a:endParaRPr lang="en-US" sz="2300" kern="1200"/>
        </a:p>
      </dsp:txBody>
      <dsp:txXfrm>
        <a:off x="5908056" y="1989752"/>
        <a:ext cx="4320000" cy="648000"/>
      </dsp:txXfrm>
    </dsp:sp>
    <dsp:sp modelId="{F73AD344-EABF-47BD-96AB-0956C8DCBAE5}">
      <dsp:nvSpPr>
        <dsp:cNvPr id="0" name=""/>
        <dsp:cNvSpPr/>
      </dsp:nvSpPr>
      <dsp:spPr>
        <a:xfrm>
          <a:off x="5908056" y="2702932"/>
          <a:ext cx="4320000" cy="893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Free, open sourced, maintained, customizable, and highly scripting friendly</a:t>
          </a:r>
          <a:endParaRPr lang="en-US" sz="1700" kern="1200"/>
        </a:p>
      </dsp:txBody>
      <dsp:txXfrm>
        <a:off x="5908056" y="2702932"/>
        <a:ext cx="4320000" cy="8936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848761-2187-4C99-966D-65CE39FAFA72}">
      <dsp:nvSpPr>
        <dsp:cNvPr id="0" name=""/>
        <dsp:cNvSpPr/>
      </dsp:nvSpPr>
      <dsp:spPr>
        <a:xfrm>
          <a:off x="0" y="47196"/>
          <a:ext cx="6593202" cy="9149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PHREEQC requires a database of experimental chemical properties to run simulations</a:t>
          </a:r>
        </a:p>
      </dsp:txBody>
      <dsp:txXfrm>
        <a:off x="44664" y="91860"/>
        <a:ext cx="6503874" cy="825612"/>
      </dsp:txXfrm>
    </dsp:sp>
    <dsp:sp modelId="{7E146E6E-99B0-4CB1-A4DD-102DC33100EF}">
      <dsp:nvSpPr>
        <dsp:cNvPr id="0" name=""/>
        <dsp:cNvSpPr/>
      </dsp:nvSpPr>
      <dsp:spPr>
        <a:xfrm>
          <a:off x="0" y="1028376"/>
          <a:ext cx="6593202" cy="914940"/>
        </a:xfrm>
        <a:prstGeom prst="roundRect">
          <a:avLst/>
        </a:prstGeom>
        <a:solidFill>
          <a:schemeClr val="accent2">
            <a:hueOff val="1499832"/>
            <a:satOff val="-5124"/>
            <a:lumOff val="-5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Each database has its own set of chemical species and equations</a:t>
          </a:r>
        </a:p>
      </dsp:txBody>
      <dsp:txXfrm>
        <a:off x="44664" y="1073040"/>
        <a:ext cx="6503874" cy="825612"/>
      </dsp:txXfrm>
    </dsp:sp>
    <dsp:sp modelId="{E879A207-4EE1-42AF-BE20-A50F17ECA291}">
      <dsp:nvSpPr>
        <dsp:cNvPr id="0" name=""/>
        <dsp:cNvSpPr/>
      </dsp:nvSpPr>
      <dsp:spPr>
        <a:xfrm>
          <a:off x="0" y="1943316"/>
          <a:ext cx="6593202" cy="1856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334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LLNL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PHREEQC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Minteq.v4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Tipping Hurley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SIT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Pitzer</a:t>
          </a:r>
        </a:p>
      </dsp:txBody>
      <dsp:txXfrm>
        <a:off x="0" y="1943316"/>
        <a:ext cx="6593202" cy="1856790"/>
      </dsp:txXfrm>
    </dsp:sp>
    <dsp:sp modelId="{D4D000C0-C3D8-436D-8509-8BA5E43C3210}">
      <dsp:nvSpPr>
        <dsp:cNvPr id="0" name=""/>
        <dsp:cNvSpPr/>
      </dsp:nvSpPr>
      <dsp:spPr>
        <a:xfrm>
          <a:off x="0" y="3800106"/>
          <a:ext cx="6593202" cy="914940"/>
        </a:xfrm>
        <a:prstGeom prst="roundRect">
          <a:avLst/>
        </a:prstGeom>
        <a:solidFill>
          <a:schemeClr val="accent2">
            <a:hueOff val="2999665"/>
            <a:satOff val="-10248"/>
            <a:lumOff val="-107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Choosing a database inherently limits chemical reaction options</a:t>
          </a:r>
        </a:p>
      </dsp:txBody>
      <dsp:txXfrm>
        <a:off x="44664" y="3844770"/>
        <a:ext cx="6503874" cy="8256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E9E2CE-4852-4B8A-9798-E67E234BD2BA}">
      <dsp:nvSpPr>
        <dsp:cNvPr id="0" name=""/>
        <dsp:cNvSpPr/>
      </dsp:nvSpPr>
      <dsp:spPr>
        <a:xfrm>
          <a:off x="788811" y="1315486"/>
          <a:ext cx="630279" cy="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782E19-C6CA-40DB-9661-80C302287EC0}">
      <dsp:nvSpPr>
        <dsp:cNvPr id="0" name=""/>
        <dsp:cNvSpPr/>
      </dsp:nvSpPr>
      <dsp:spPr>
        <a:xfrm>
          <a:off x="1456908" y="1262579"/>
          <a:ext cx="72482" cy="136138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193889"/>
            <a:satOff val="-2496"/>
            <a:lumOff val="-22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93889"/>
              <a:satOff val="-2496"/>
              <a:lumOff val="-2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4C2C48-6ABC-4192-BBDF-2AB07050B581}">
      <dsp:nvSpPr>
        <dsp:cNvPr id="0" name=""/>
        <dsp:cNvSpPr/>
      </dsp:nvSpPr>
      <dsp:spPr>
        <a:xfrm>
          <a:off x="414658" y="1020154"/>
          <a:ext cx="590735" cy="5907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24" tIns="22924" rIns="22924" bIns="2292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1</a:t>
          </a:r>
        </a:p>
      </dsp:txBody>
      <dsp:txXfrm>
        <a:off x="501169" y="1106665"/>
        <a:ext cx="417713" cy="417713"/>
      </dsp:txXfrm>
    </dsp:sp>
    <dsp:sp modelId="{3FCA529E-0D7F-4119-8A7E-4D8BC4B6C7F6}">
      <dsp:nvSpPr>
        <dsp:cNvPr id="0" name=""/>
        <dsp:cNvSpPr/>
      </dsp:nvSpPr>
      <dsp:spPr>
        <a:xfrm>
          <a:off x="961" y="1776489"/>
          <a:ext cx="1418129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387777"/>
            <a:satOff val="-4993"/>
            <a:lumOff val="-45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87777"/>
              <a:satOff val="-4993"/>
              <a:lumOff val="-4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864" tIns="165100" rIns="111864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Use Python to scrape 	PHREEQC database files</a:t>
          </a:r>
        </a:p>
      </dsp:txBody>
      <dsp:txXfrm>
        <a:off x="961" y="2060115"/>
        <a:ext cx="1418129" cy="1681974"/>
      </dsp:txXfrm>
    </dsp:sp>
    <dsp:sp modelId="{28234BBE-C9F8-441D-BEEA-C8E8C09A5F92}">
      <dsp:nvSpPr>
        <dsp:cNvPr id="0" name=""/>
        <dsp:cNvSpPr/>
      </dsp:nvSpPr>
      <dsp:spPr>
        <a:xfrm>
          <a:off x="1576661" y="1315485"/>
          <a:ext cx="1418129" cy="71"/>
        </a:xfrm>
        <a:prstGeom prst="rect">
          <a:avLst/>
        </a:prstGeom>
        <a:solidFill>
          <a:schemeClr val="accent2">
            <a:tint val="40000"/>
            <a:alpha val="90000"/>
            <a:hueOff val="581666"/>
            <a:satOff val="-7489"/>
            <a:lumOff val="-67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81666"/>
              <a:satOff val="-7489"/>
              <a:lumOff val="-67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F8B517-6DAF-456F-85D0-E3B384308561}">
      <dsp:nvSpPr>
        <dsp:cNvPr id="0" name=""/>
        <dsp:cNvSpPr/>
      </dsp:nvSpPr>
      <dsp:spPr>
        <a:xfrm>
          <a:off x="3032608" y="1262578"/>
          <a:ext cx="72482" cy="136139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775555"/>
            <a:satOff val="-9986"/>
            <a:lumOff val="-90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75555"/>
              <a:satOff val="-9986"/>
              <a:lumOff val="-9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7FA7DA-5261-467C-A64D-5727C502EB81}">
      <dsp:nvSpPr>
        <dsp:cNvPr id="0" name=""/>
        <dsp:cNvSpPr/>
      </dsp:nvSpPr>
      <dsp:spPr>
        <a:xfrm>
          <a:off x="1990358" y="1020153"/>
          <a:ext cx="590735" cy="590735"/>
        </a:xfrm>
        <a:prstGeom prst="ellipse">
          <a:avLst/>
        </a:prstGeom>
        <a:solidFill>
          <a:schemeClr val="accent2">
            <a:hueOff val="749916"/>
            <a:satOff val="-2562"/>
            <a:lumOff val="-2696"/>
            <a:alphaOff val="0"/>
          </a:schemeClr>
        </a:solidFill>
        <a:ln w="12700" cap="flat" cmpd="sng" algn="ctr">
          <a:solidFill>
            <a:schemeClr val="accent2">
              <a:hueOff val="749916"/>
              <a:satOff val="-2562"/>
              <a:lumOff val="-269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24" tIns="22924" rIns="22924" bIns="2292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2</a:t>
          </a:r>
        </a:p>
      </dsp:txBody>
      <dsp:txXfrm>
        <a:off x="2076869" y="1106664"/>
        <a:ext cx="417713" cy="417713"/>
      </dsp:txXfrm>
    </dsp:sp>
    <dsp:sp modelId="{EA56E8E0-35C6-4852-B651-87FE809F1789}">
      <dsp:nvSpPr>
        <dsp:cNvPr id="0" name=""/>
        <dsp:cNvSpPr/>
      </dsp:nvSpPr>
      <dsp:spPr>
        <a:xfrm>
          <a:off x="1576661" y="1776489"/>
          <a:ext cx="1418129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969444"/>
            <a:satOff val="-12483"/>
            <a:lumOff val="-113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969444"/>
              <a:satOff val="-12483"/>
              <a:lumOff val="-11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864" tIns="165100" rIns="111864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Compile elements, species, equations and other chemical attributes into Pandas Dataframes</a:t>
          </a:r>
        </a:p>
      </dsp:txBody>
      <dsp:txXfrm>
        <a:off x="1576661" y="2060115"/>
        <a:ext cx="1418129" cy="1681974"/>
      </dsp:txXfrm>
    </dsp:sp>
    <dsp:sp modelId="{351E3755-E9A5-4A02-BC5C-A4F5CC3E284C}">
      <dsp:nvSpPr>
        <dsp:cNvPr id="0" name=""/>
        <dsp:cNvSpPr/>
      </dsp:nvSpPr>
      <dsp:spPr>
        <a:xfrm>
          <a:off x="3152361" y="1315485"/>
          <a:ext cx="1418129" cy="71"/>
        </a:xfrm>
        <a:prstGeom prst="rect">
          <a:avLst/>
        </a:prstGeom>
        <a:solidFill>
          <a:schemeClr val="accent2">
            <a:tint val="40000"/>
            <a:alpha val="90000"/>
            <a:hueOff val="1163332"/>
            <a:satOff val="-14979"/>
            <a:lumOff val="-13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163332"/>
              <a:satOff val="-14979"/>
              <a:lumOff val="-13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BD1544-B2BC-4172-ADDA-620861BFEB02}">
      <dsp:nvSpPr>
        <dsp:cNvPr id="0" name=""/>
        <dsp:cNvSpPr/>
      </dsp:nvSpPr>
      <dsp:spPr>
        <a:xfrm>
          <a:off x="4608308" y="1262578"/>
          <a:ext cx="72482" cy="136140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1357221"/>
            <a:satOff val="-17475"/>
            <a:lumOff val="-158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357221"/>
              <a:satOff val="-17475"/>
              <a:lumOff val="-15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C3F6D2-B8AA-4814-B5F1-EBF16831DE8D}">
      <dsp:nvSpPr>
        <dsp:cNvPr id="0" name=""/>
        <dsp:cNvSpPr/>
      </dsp:nvSpPr>
      <dsp:spPr>
        <a:xfrm>
          <a:off x="3566058" y="1020153"/>
          <a:ext cx="590735" cy="590735"/>
        </a:xfrm>
        <a:prstGeom prst="ellipse">
          <a:avLst/>
        </a:prstGeom>
        <a:solidFill>
          <a:schemeClr val="accent2">
            <a:hueOff val="1499832"/>
            <a:satOff val="-5124"/>
            <a:lumOff val="-5392"/>
            <a:alphaOff val="0"/>
          </a:schemeClr>
        </a:solidFill>
        <a:ln w="12700" cap="flat" cmpd="sng" algn="ctr">
          <a:solidFill>
            <a:schemeClr val="accent2">
              <a:hueOff val="1499832"/>
              <a:satOff val="-5124"/>
              <a:lumOff val="-53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24" tIns="22924" rIns="22924" bIns="2292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3</a:t>
          </a:r>
        </a:p>
      </dsp:txBody>
      <dsp:txXfrm>
        <a:off x="3652569" y="1106664"/>
        <a:ext cx="417713" cy="417713"/>
      </dsp:txXfrm>
    </dsp:sp>
    <dsp:sp modelId="{1A088C67-43A5-4647-89C8-4CBFF9A50741}">
      <dsp:nvSpPr>
        <dsp:cNvPr id="0" name=""/>
        <dsp:cNvSpPr/>
      </dsp:nvSpPr>
      <dsp:spPr>
        <a:xfrm>
          <a:off x="3152361" y="1776489"/>
          <a:ext cx="1418129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1551110"/>
            <a:satOff val="-19972"/>
            <a:lumOff val="-18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551110"/>
              <a:satOff val="-19972"/>
              <a:lumOff val="-18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864" tIns="165100" rIns="111864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Eliminate conflicting elements and equations</a:t>
          </a:r>
        </a:p>
      </dsp:txBody>
      <dsp:txXfrm>
        <a:off x="3152361" y="2060115"/>
        <a:ext cx="1418129" cy="1681974"/>
      </dsp:txXfrm>
    </dsp:sp>
    <dsp:sp modelId="{31AF6C91-E644-4CDC-9EBE-008807B56FD8}">
      <dsp:nvSpPr>
        <dsp:cNvPr id="0" name=""/>
        <dsp:cNvSpPr/>
      </dsp:nvSpPr>
      <dsp:spPr>
        <a:xfrm>
          <a:off x="4728061" y="1315485"/>
          <a:ext cx="1418129" cy="72"/>
        </a:xfrm>
        <a:prstGeom prst="rect">
          <a:avLst/>
        </a:prstGeom>
        <a:solidFill>
          <a:schemeClr val="accent2">
            <a:tint val="40000"/>
            <a:alpha val="90000"/>
            <a:hueOff val="1744998"/>
            <a:satOff val="-22468"/>
            <a:lumOff val="-203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744998"/>
              <a:satOff val="-22468"/>
              <a:lumOff val="-20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A6F512-3B92-4A75-9C7F-C4FE0B047D7F}">
      <dsp:nvSpPr>
        <dsp:cNvPr id="0" name=""/>
        <dsp:cNvSpPr/>
      </dsp:nvSpPr>
      <dsp:spPr>
        <a:xfrm>
          <a:off x="6184008" y="1262577"/>
          <a:ext cx="72482" cy="136140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1938887"/>
            <a:satOff val="-24965"/>
            <a:lumOff val="-226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938887"/>
              <a:satOff val="-24965"/>
              <a:lumOff val="-22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ECBB5D-2AC5-48AD-A3E9-1FA222D6D214}">
      <dsp:nvSpPr>
        <dsp:cNvPr id="0" name=""/>
        <dsp:cNvSpPr/>
      </dsp:nvSpPr>
      <dsp:spPr>
        <a:xfrm>
          <a:off x="5141758" y="1020153"/>
          <a:ext cx="590735" cy="590735"/>
        </a:xfrm>
        <a:prstGeom prst="ellipse">
          <a:avLst/>
        </a:prstGeom>
        <a:solidFill>
          <a:schemeClr val="accent2">
            <a:hueOff val="2249749"/>
            <a:satOff val="-7686"/>
            <a:lumOff val="-8087"/>
            <a:alphaOff val="0"/>
          </a:schemeClr>
        </a:solidFill>
        <a:ln w="12700" cap="flat" cmpd="sng" algn="ctr">
          <a:solidFill>
            <a:schemeClr val="accent2">
              <a:hueOff val="2249749"/>
              <a:satOff val="-7686"/>
              <a:lumOff val="-80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24" tIns="22924" rIns="22924" bIns="2292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4</a:t>
          </a:r>
        </a:p>
      </dsp:txBody>
      <dsp:txXfrm>
        <a:off x="5228269" y="1106664"/>
        <a:ext cx="417713" cy="417713"/>
      </dsp:txXfrm>
    </dsp:sp>
    <dsp:sp modelId="{E4E100FA-8D23-44B6-8819-087FA9A452E3}">
      <dsp:nvSpPr>
        <dsp:cNvPr id="0" name=""/>
        <dsp:cNvSpPr/>
      </dsp:nvSpPr>
      <dsp:spPr>
        <a:xfrm>
          <a:off x="4728061" y="1776489"/>
          <a:ext cx="1418129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2132776"/>
            <a:satOff val="-27461"/>
            <a:lumOff val="-248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132776"/>
              <a:satOff val="-27461"/>
              <a:lumOff val="-24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864" tIns="165100" rIns="111864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Combine each databases unique species and equations into a single database</a:t>
          </a:r>
        </a:p>
      </dsp:txBody>
      <dsp:txXfrm>
        <a:off x="4728061" y="2060115"/>
        <a:ext cx="1418129" cy="1681974"/>
      </dsp:txXfrm>
    </dsp:sp>
    <dsp:sp modelId="{C8C01649-37E5-4C3A-9C40-DC82E2F35F57}">
      <dsp:nvSpPr>
        <dsp:cNvPr id="0" name=""/>
        <dsp:cNvSpPr/>
      </dsp:nvSpPr>
      <dsp:spPr>
        <a:xfrm>
          <a:off x="6303761" y="1315485"/>
          <a:ext cx="709064" cy="72"/>
        </a:xfrm>
        <a:prstGeom prst="rect">
          <a:avLst/>
        </a:prstGeom>
        <a:solidFill>
          <a:schemeClr val="accent2">
            <a:tint val="40000"/>
            <a:alpha val="90000"/>
            <a:hueOff val="2326665"/>
            <a:satOff val="-29958"/>
            <a:lumOff val="-271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326665"/>
              <a:satOff val="-29958"/>
              <a:lumOff val="-27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3EB6D7-2E5C-4D44-AAD2-774890329520}">
      <dsp:nvSpPr>
        <dsp:cNvPr id="0" name=""/>
        <dsp:cNvSpPr/>
      </dsp:nvSpPr>
      <dsp:spPr>
        <a:xfrm>
          <a:off x="6717458" y="1020153"/>
          <a:ext cx="590735" cy="590735"/>
        </a:xfrm>
        <a:prstGeom prst="ellipse">
          <a:avLst/>
        </a:prstGeom>
        <a:solidFill>
          <a:schemeClr val="accent2">
            <a:hueOff val="2999665"/>
            <a:satOff val="-10248"/>
            <a:lumOff val="-10783"/>
            <a:alphaOff val="0"/>
          </a:schemeClr>
        </a:solidFill>
        <a:ln w="12700" cap="flat" cmpd="sng" algn="ctr">
          <a:solidFill>
            <a:schemeClr val="accent2">
              <a:hueOff val="2999665"/>
              <a:satOff val="-10248"/>
              <a:lumOff val="-107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24" tIns="22924" rIns="22924" bIns="2292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5</a:t>
          </a:r>
        </a:p>
      </dsp:txBody>
      <dsp:txXfrm>
        <a:off x="6803969" y="1106664"/>
        <a:ext cx="417713" cy="417713"/>
      </dsp:txXfrm>
    </dsp:sp>
    <dsp:sp modelId="{6A2E50B0-E44E-4D82-9538-CCBF1752D7B5}">
      <dsp:nvSpPr>
        <dsp:cNvPr id="0" name=""/>
        <dsp:cNvSpPr/>
      </dsp:nvSpPr>
      <dsp:spPr>
        <a:xfrm>
          <a:off x="6303761" y="1776489"/>
          <a:ext cx="1418129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2714442"/>
            <a:satOff val="-34951"/>
            <a:lumOff val="-316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714442"/>
              <a:satOff val="-34951"/>
              <a:lumOff val="-31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864" tIns="165100" rIns="111864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Write database back into PHREEEQC database format</a:t>
          </a:r>
        </a:p>
      </dsp:txBody>
      <dsp:txXfrm>
        <a:off x="6303761" y="2060115"/>
        <a:ext cx="1418129" cy="16819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28BD00-9400-48CF-A8F6-BB843E446F66}">
      <dsp:nvSpPr>
        <dsp:cNvPr id="0" name=""/>
        <dsp:cNvSpPr/>
      </dsp:nvSpPr>
      <dsp:spPr>
        <a:xfrm>
          <a:off x="9187508" y="1663666"/>
          <a:ext cx="935627" cy="445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3440"/>
              </a:lnTo>
              <a:lnTo>
                <a:pt x="935627" y="303440"/>
              </a:lnTo>
              <a:lnTo>
                <a:pt x="935627" y="4452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45D52F-8DEB-4301-B331-53D02892F6E3}">
      <dsp:nvSpPr>
        <dsp:cNvPr id="0" name=""/>
        <dsp:cNvSpPr/>
      </dsp:nvSpPr>
      <dsp:spPr>
        <a:xfrm>
          <a:off x="8251881" y="1663666"/>
          <a:ext cx="935627" cy="445273"/>
        </a:xfrm>
        <a:custGeom>
          <a:avLst/>
          <a:gdLst/>
          <a:ahLst/>
          <a:cxnLst/>
          <a:rect l="0" t="0" r="0" b="0"/>
          <a:pathLst>
            <a:path>
              <a:moveTo>
                <a:pt x="935627" y="0"/>
              </a:moveTo>
              <a:lnTo>
                <a:pt x="935627" y="303440"/>
              </a:lnTo>
              <a:lnTo>
                <a:pt x="0" y="303440"/>
              </a:lnTo>
              <a:lnTo>
                <a:pt x="0" y="4452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A6EF09-0B3B-4F1E-A71D-4642167DFE03}">
      <dsp:nvSpPr>
        <dsp:cNvPr id="0" name=""/>
        <dsp:cNvSpPr/>
      </dsp:nvSpPr>
      <dsp:spPr>
        <a:xfrm>
          <a:off x="3573745" y="1663666"/>
          <a:ext cx="2806881" cy="445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3440"/>
              </a:lnTo>
              <a:lnTo>
                <a:pt x="2806881" y="303440"/>
              </a:lnTo>
              <a:lnTo>
                <a:pt x="2806881" y="4452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AA5659-3492-4254-90C4-8F54E9E0A15E}">
      <dsp:nvSpPr>
        <dsp:cNvPr id="0" name=""/>
        <dsp:cNvSpPr/>
      </dsp:nvSpPr>
      <dsp:spPr>
        <a:xfrm>
          <a:off x="3573745" y="1663666"/>
          <a:ext cx="935627" cy="445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3440"/>
              </a:lnTo>
              <a:lnTo>
                <a:pt x="935627" y="303440"/>
              </a:lnTo>
              <a:lnTo>
                <a:pt x="935627" y="4452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996017-80BA-4EB3-A51F-98717F99BF69}">
      <dsp:nvSpPr>
        <dsp:cNvPr id="0" name=""/>
        <dsp:cNvSpPr/>
      </dsp:nvSpPr>
      <dsp:spPr>
        <a:xfrm>
          <a:off x="2638117" y="1663666"/>
          <a:ext cx="935627" cy="445273"/>
        </a:xfrm>
        <a:custGeom>
          <a:avLst/>
          <a:gdLst/>
          <a:ahLst/>
          <a:cxnLst/>
          <a:rect l="0" t="0" r="0" b="0"/>
          <a:pathLst>
            <a:path>
              <a:moveTo>
                <a:pt x="935627" y="0"/>
              </a:moveTo>
              <a:lnTo>
                <a:pt x="935627" y="303440"/>
              </a:lnTo>
              <a:lnTo>
                <a:pt x="0" y="303440"/>
              </a:lnTo>
              <a:lnTo>
                <a:pt x="0" y="4452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C016A7-4A16-4F6B-9D43-86FA9013BE83}">
      <dsp:nvSpPr>
        <dsp:cNvPr id="0" name=""/>
        <dsp:cNvSpPr/>
      </dsp:nvSpPr>
      <dsp:spPr>
        <a:xfrm>
          <a:off x="766863" y="1663666"/>
          <a:ext cx="2806881" cy="445273"/>
        </a:xfrm>
        <a:custGeom>
          <a:avLst/>
          <a:gdLst/>
          <a:ahLst/>
          <a:cxnLst/>
          <a:rect l="0" t="0" r="0" b="0"/>
          <a:pathLst>
            <a:path>
              <a:moveTo>
                <a:pt x="2806881" y="0"/>
              </a:moveTo>
              <a:lnTo>
                <a:pt x="2806881" y="303440"/>
              </a:lnTo>
              <a:lnTo>
                <a:pt x="0" y="303440"/>
              </a:lnTo>
              <a:lnTo>
                <a:pt x="0" y="4452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6B5BEA-EFDA-45D9-8130-3BD7CCB139EA}">
      <dsp:nvSpPr>
        <dsp:cNvPr id="0" name=""/>
        <dsp:cNvSpPr/>
      </dsp:nvSpPr>
      <dsp:spPr>
        <a:xfrm>
          <a:off x="2808231" y="691464"/>
          <a:ext cx="1531026" cy="972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A7855E-4CE6-4FD0-ACBF-CF1B8E38A0BE}">
      <dsp:nvSpPr>
        <dsp:cNvPr id="0" name=""/>
        <dsp:cNvSpPr/>
      </dsp:nvSpPr>
      <dsp:spPr>
        <a:xfrm>
          <a:off x="2978345" y="853073"/>
          <a:ext cx="1531026" cy="9722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Contributing Databases</a:t>
          </a:r>
        </a:p>
      </dsp:txBody>
      <dsp:txXfrm>
        <a:off x="3006820" y="881548"/>
        <a:ext cx="1474076" cy="915251"/>
      </dsp:txXfrm>
    </dsp:sp>
    <dsp:sp modelId="{A2FD2341-0A50-4645-962F-106EB1AC24D3}">
      <dsp:nvSpPr>
        <dsp:cNvPr id="0" name=""/>
        <dsp:cNvSpPr/>
      </dsp:nvSpPr>
      <dsp:spPr>
        <a:xfrm>
          <a:off x="1350" y="2108940"/>
          <a:ext cx="1531026" cy="972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1C0759-E737-4FC0-BCD0-ACFCD3F2A23C}">
      <dsp:nvSpPr>
        <dsp:cNvPr id="0" name=""/>
        <dsp:cNvSpPr/>
      </dsp:nvSpPr>
      <dsp:spPr>
        <a:xfrm>
          <a:off x="171464" y="2270548"/>
          <a:ext cx="1531026" cy="9722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LLNL</a:t>
          </a:r>
        </a:p>
      </dsp:txBody>
      <dsp:txXfrm>
        <a:off x="199939" y="2299023"/>
        <a:ext cx="1474076" cy="915251"/>
      </dsp:txXfrm>
    </dsp:sp>
    <dsp:sp modelId="{D7D52810-3241-442B-9DC7-490C9FBA9428}">
      <dsp:nvSpPr>
        <dsp:cNvPr id="0" name=""/>
        <dsp:cNvSpPr/>
      </dsp:nvSpPr>
      <dsp:spPr>
        <a:xfrm>
          <a:off x="1872604" y="2108940"/>
          <a:ext cx="1531026" cy="972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EC9E10-1E9D-4E6D-8D5E-53D9574ADB1B}">
      <dsp:nvSpPr>
        <dsp:cNvPr id="0" name=""/>
        <dsp:cNvSpPr/>
      </dsp:nvSpPr>
      <dsp:spPr>
        <a:xfrm>
          <a:off x="2042718" y="2270548"/>
          <a:ext cx="1531026" cy="9722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PHREEQC</a:t>
          </a:r>
        </a:p>
      </dsp:txBody>
      <dsp:txXfrm>
        <a:off x="2071193" y="2299023"/>
        <a:ext cx="1474076" cy="915251"/>
      </dsp:txXfrm>
    </dsp:sp>
    <dsp:sp modelId="{4A48A124-6DD9-4BFE-8C17-B44E2CDB0585}">
      <dsp:nvSpPr>
        <dsp:cNvPr id="0" name=""/>
        <dsp:cNvSpPr/>
      </dsp:nvSpPr>
      <dsp:spPr>
        <a:xfrm>
          <a:off x="3743859" y="2108940"/>
          <a:ext cx="1531026" cy="972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29ABB8-8101-4422-9766-42FB31F08A97}">
      <dsp:nvSpPr>
        <dsp:cNvPr id="0" name=""/>
        <dsp:cNvSpPr/>
      </dsp:nvSpPr>
      <dsp:spPr>
        <a:xfrm>
          <a:off x="3913973" y="2270548"/>
          <a:ext cx="1531026" cy="9722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Minteq.v4</a:t>
          </a:r>
        </a:p>
      </dsp:txBody>
      <dsp:txXfrm>
        <a:off x="3942448" y="2299023"/>
        <a:ext cx="1474076" cy="915251"/>
      </dsp:txXfrm>
    </dsp:sp>
    <dsp:sp modelId="{5795A2FF-17E9-406E-9B56-0291D80697E6}">
      <dsp:nvSpPr>
        <dsp:cNvPr id="0" name=""/>
        <dsp:cNvSpPr/>
      </dsp:nvSpPr>
      <dsp:spPr>
        <a:xfrm>
          <a:off x="5615113" y="2108940"/>
          <a:ext cx="1531026" cy="972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8D890F-F372-4EBC-8887-8CA131E5E26A}">
      <dsp:nvSpPr>
        <dsp:cNvPr id="0" name=""/>
        <dsp:cNvSpPr/>
      </dsp:nvSpPr>
      <dsp:spPr>
        <a:xfrm>
          <a:off x="5785227" y="2270548"/>
          <a:ext cx="1531026" cy="9722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SIT</a:t>
          </a:r>
        </a:p>
      </dsp:txBody>
      <dsp:txXfrm>
        <a:off x="5813702" y="2299023"/>
        <a:ext cx="1474076" cy="915251"/>
      </dsp:txXfrm>
    </dsp:sp>
    <dsp:sp modelId="{144662C2-41B5-409B-B6A5-13DE850C493A}">
      <dsp:nvSpPr>
        <dsp:cNvPr id="0" name=""/>
        <dsp:cNvSpPr/>
      </dsp:nvSpPr>
      <dsp:spPr>
        <a:xfrm>
          <a:off x="8421995" y="691464"/>
          <a:ext cx="1531026" cy="972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856ED2-AB34-4B82-A88E-E4CAE5D9B84D}">
      <dsp:nvSpPr>
        <dsp:cNvPr id="0" name=""/>
        <dsp:cNvSpPr/>
      </dsp:nvSpPr>
      <dsp:spPr>
        <a:xfrm>
          <a:off x="8592109" y="853073"/>
          <a:ext cx="1531026" cy="9722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Databases with no unique entries</a:t>
          </a:r>
        </a:p>
      </dsp:txBody>
      <dsp:txXfrm>
        <a:off x="8620584" y="881548"/>
        <a:ext cx="1474076" cy="915251"/>
      </dsp:txXfrm>
    </dsp:sp>
    <dsp:sp modelId="{5A7871CE-0915-442B-B4CB-77CD2E83C9C7}">
      <dsp:nvSpPr>
        <dsp:cNvPr id="0" name=""/>
        <dsp:cNvSpPr/>
      </dsp:nvSpPr>
      <dsp:spPr>
        <a:xfrm>
          <a:off x="7486367" y="2108940"/>
          <a:ext cx="1531026" cy="972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50FAD5-2B3E-4398-9F7C-72B5BA8C76D4}">
      <dsp:nvSpPr>
        <dsp:cNvPr id="0" name=""/>
        <dsp:cNvSpPr/>
      </dsp:nvSpPr>
      <dsp:spPr>
        <a:xfrm>
          <a:off x="7656482" y="2270548"/>
          <a:ext cx="1531026" cy="9722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Pitzer</a:t>
          </a:r>
          <a:endParaRPr lang="en-US" sz="1600" kern="1200"/>
        </a:p>
      </dsp:txBody>
      <dsp:txXfrm>
        <a:off x="7684957" y="2299023"/>
        <a:ext cx="1474076" cy="915251"/>
      </dsp:txXfrm>
    </dsp:sp>
    <dsp:sp modelId="{F598F5C0-AA6F-4F62-AD77-0DC317885F86}">
      <dsp:nvSpPr>
        <dsp:cNvPr id="0" name=""/>
        <dsp:cNvSpPr/>
      </dsp:nvSpPr>
      <dsp:spPr>
        <a:xfrm>
          <a:off x="9357622" y="2108940"/>
          <a:ext cx="1531026" cy="972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545364-F7FC-41E1-B60B-C72A91EC201C}">
      <dsp:nvSpPr>
        <dsp:cNvPr id="0" name=""/>
        <dsp:cNvSpPr/>
      </dsp:nvSpPr>
      <dsp:spPr>
        <a:xfrm>
          <a:off x="9527736" y="2270548"/>
          <a:ext cx="1531026" cy="9722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Tipping Hurley</a:t>
          </a:r>
          <a:endParaRPr lang="en-US" sz="1600" kern="1200"/>
        </a:p>
      </dsp:txBody>
      <dsp:txXfrm>
        <a:off x="9556211" y="2299023"/>
        <a:ext cx="1474076" cy="9152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8E5E-745C-407D-B425-C78EBF08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7A4D5-56F4-4287-B174-56C55B18F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9C19-FEE0-4852-B181-14A0DD77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7DDF-01B7-463C-82BC-BBF42961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056A-C3EE-4809-B1F3-1CEEEA26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40FCEE-B6E2-46D0-9BB0-F45F79545E9D}"/>
              </a:ext>
            </a:extLst>
          </p:cNvPr>
          <p:cNvCxnSpPr>
            <a:cxnSpLocks/>
          </p:cNvCxnSpPr>
          <p:nvPr/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2FB83-3783-4477-80B5-DA5BF10BAF57}"/>
              </a:ext>
            </a:extLst>
          </p:cNvPr>
          <p:cNvCxnSpPr>
            <a:cxnSpLocks/>
          </p:cNvCxnSpPr>
          <p:nvPr/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3EA203-71D5-49C0-9626-FFA8E46787B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965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2ED8-7F53-4C03-A740-493E5079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1087-99A9-4100-B5F7-520880DE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3910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4B20-1A65-4A26-B11E-6095083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52D3-E985-4FEB-89B9-57C75471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751A-C72D-47C1-A7A6-E8510A40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8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1F78-07BF-45A9-92D4-E4E0A1E8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C2A83-A380-4828-BC68-C065C8BC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4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2B2F-8804-4195-A779-F5C67C25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9C26-4411-4833-A917-A45E62D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C7C7-F862-434D-A87A-DECE9FD2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0BAA4B-C4C0-40C1-8DC8-B4E2F8A68E12}"/>
              </a:ext>
            </a:extLst>
          </p:cNvPr>
          <p:cNvCxnSpPr>
            <a:cxnSpLocks/>
          </p:cNvCxnSpPr>
          <p:nvPr/>
        </p:nvCxnSpPr>
        <p:spPr>
          <a:xfrm>
            <a:off x="8872625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0A2259-2540-4B32-A999-2B46A6790E3D}"/>
              </a:ext>
            </a:extLst>
          </p:cNvPr>
          <p:cNvCxnSpPr>
            <a:cxnSpLocks/>
          </p:cNvCxnSpPr>
          <p:nvPr/>
        </p:nvCxnSpPr>
        <p:spPr>
          <a:xfrm flipH="1">
            <a:off x="566094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EFB0ED-3F76-4403-AD0B-E738DD9D8CB6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752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BD5F-CF53-4DD5-B8C5-27BBA2BB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C2E1-5D5E-409F-BEE8-F48CE86F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447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BF823-1BFB-4CF0-BAF4-D660C8F1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082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F816E-EE02-44A4-8B81-B324ECFD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D9E4-A693-44D2-A3E8-E3AABC90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F669F-4B8E-415D-A9BF-AD451F45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0AF959-FCDC-4B92-9324-06A06C0D56F2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093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85E5-82C4-4BAE-B2B0-A078ABD6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D15C7-F445-40F7-88F6-FD652626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52C35-AA8E-4154-8A78-7DE9590E1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69" y="2866031"/>
            <a:ext cx="5157787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7EAC6-567C-4A4A-BB10-57EC14B97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41470" y="2022883"/>
            <a:ext cx="5183188" cy="56408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083F-AD60-4437-B32A-44035D78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1470" y="2866031"/>
            <a:ext cx="5183188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BF86F-3266-4551-B680-06F401FF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B38FE-80F9-4582-B2E1-B067C288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BEF32-F637-47A1-9ED3-AFC4F79F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C508D4-7C99-4B8D-BCDE-F0001BD345D9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BF61B-7951-48F4-982B-9401A483FFBF}"/>
              </a:ext>
            </a:extLst>
          </p:cNvPr>
          <p:cNvCxnSpPr>
            <a:cxnSpLocks/>
          </p:cNvCxnSpPr>
          <p:nvPr/>
        </p:nvCxnSpPr>
        <p:spPr>
          <a:xfrm flipH="1">
            <a:off x="577485" y="273859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014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4CB-6BE5-4B9E-B0A6-54F83B20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8643C-1A5D-4F23-B0D7-5B46F5E4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A3394-78CC-43B0-9762-5E826F8B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47F0A-1980-4E13-AB22-AE3B8AA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D858B-8A9C-4235-B151-81C99A3D20D2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C7798B-3ECB-4076-8955-A82116BB0D2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2434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61D85-3E72-406F-AB26-B4ED949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C831E-4321-467E-9090-C89C48C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9556-B3D8-4403-835F-11AE2D4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491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A48-D521-423D-B185-6490EF57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E6DD-DDD2-4ED6-B8A9-A8B6D76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809" y="931232"/>
            <a:ext cx="6700679" cy="50793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8F5E-AD33-4ACF-84C9-78B0FF6B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478783" cy="3417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604E-7DD4-4497-B325-74F899E8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BEED-A8F6-4256-9539-4434694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1AA6-EE0B-48FD-A7DE-6CEE6A8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F35B32-9A23-4805-94A6-96826D202139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2BA7DA-3944-40D4-91CD-40CA24DBB79B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EA0B78-39E7-4039-B8BE-4F425688C6DF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68B99C-0744-42EE-9713-AB0CEC3F5D8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698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2732-5D39-4B30-A499-D51BABC8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F5AEC-77BC-4A52-8A56-C6479CA6A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467" y="847384"/>
            <a:ext cx="6907844" cy="52168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A9240-8762-4C7D-AF22-A844CB2E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34357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95685-E45D-4E74-8B78-D3B8E85C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FCBA3-0FF5-47C2-901A-645F618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0381-5320-46AD-A0B9-7C04B3E5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57A432-D933-402A-8657-216EE20450EE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B1E0F3-D71B-436F-A10B-B6EA7125F684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EE64F5-2B48-4A2E-BA5E-1D37F1A7C9A3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BF9AA-A2C8-4233-B597-EB11C6D6A0E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886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9A0A-70FC-426A-8B3B-60FAF980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47EC6-9753-4ABC-BB66-64CCC8BA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99" y="2036363"/>
            <a:ext cx="11059811" cy="3870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4D9F-DC99-4B4C-98CF-178BBBB7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6840-AC0B-4260-8368-08E0A22D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DAB8-EC07-4CCF-96EA-5D8ACDA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8F1AC-9961-4786-A189-20863DD97F68}"/>
              </a:ext>
            </a:extLst>
          </p:cNvPr>
          <p:cNvCxnSpPr>
            <a:cxnSpLocks/>
          </p:cNvCxnSpPr>
          <p:nvPr/>
        </p:nvCxnSpPr>
        <p:spPr>
          <a:xfrm flipH="1">
            <a:off x="571500" y="1780979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670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5F678-EC03-4845-A51B-C90FA6A15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77953" y="797251"/>
            <a:ext cx="2483929" cy="52837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A8B4D-A39F-4528-975A-9C84BEE77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094" y="797251"/>
            <a:ext cx="8101072" cy="52837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4A23-6984-4AD1-A51D-600EDC26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E28-C341-49CC-BAAB-0C0D1982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D54A-8E86-4026-8DD0-5B0979B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05DA4-DF32-4D7A-9E4D-36309C90C5BB}"/>
              </a:ext>
            </a:extLst>
          </p:cNvPr>
          <p:cNvCxnSpPr>
            <a:cxnSpLocks/>
          </p:cNvCxnSpPr>
          <p:nvPr/>
        </p:nvCxnSpPr>
        <p:spPr>
          <a:xfrm flipH="1">
            <a:off x="566094" y="57711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CC7262-4997-41E4-976D-BA82E148280F}"/>
              </a:ext>
            </a:extLst>
          </p:cNvPr>
          <p:cNvCxnSpPr>
            <a:cxnSpLocks/>
          </p:cNvCxnSpPr>
          <p:nvPr/>
        </p:nvCxnSpPr>
        <p:spPr>
          <a:xfrm flipV="1">
            <a:off x="8875226" y="571500"/>
            <a:ext cx="0" cy="5711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5063B5-E478-4C41-AD40-49A39AE07429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637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1467D-9ED1-4211-A71E-41C91C75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8A6A1-C9C7-4FDF-B4DA-1E86B6A3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CC44A-C635-4CD0-90E9-D9503AF4C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fld id="{1C8322F6-1C60-46CF-968C-BC20E470F443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F682-1A47-492C-81E3-9DB0A50EC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14B-9105-44ED-98A9-D326B2E2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814345-41DE-42C5-8657-66C1417DF81A}"/>
              </a:ext>
            </a:extLst>
          </p:cNvPr>
          <p:cNvCxnSpPr>
            <a:cxnSpLocks/>
          </p:cNvCxnSpPr>
          <p:nvPr/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68E419-3727-4F5E-8840-AF149B33B0B7}"/>
              </a:ext>
            </a:extLst>
          </p:cNvPr>
          <p:cNvCxnSpPr>
            <a:cxnSpLocks/>
          </p:cNvCxnSpPr>
          <p:nvPr/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9B6EC-D7AE-452F-8D0C-D11BD3377F3E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389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14" r:id="rId4"/>
    <p:sldLayoutId id="2147483715" r:id="rId5"/>
    <p:sldLayoutId id="2147483720" r:id="rId6"/>
    <p:sldLayoutId id="2147483716" r:id="rId7"/>
    <p:sldLayoutId id="2147483717" r:id="rId8"/>
    <p:sldLayoutId id="2147483718" r:id="rId9"/>
    <p:sldLayoutId id="2147483719" r:id="rId10"/>
    <p:sldLayoutId id="21474837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100" baseline="0">
          <a:solidFill>
            <a:schemeClr val="tx1"/>
          </a:solidFill>
          <a:latin typeface="Batang" panose="02030600000101010101" pitchFamily="18" charset="-127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220DBA-8988-4873-8FCD-3FFAC3CF1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06AF2990-9B91-5A4B-CB30-F0F038C36B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F1F3E8-0B56-3D95-D9F4-4C7FEAA63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4819615"/>
            <a:ext cx="6817836" cy="1264936"/>
          </a:xfrm>
        </p:spPr>
        <p:txBody>
          <a:bodyPr anchor="ctr"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A combined PHREEQC database package(Question)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055C3-D33A-58CA-141D-8C8C46F3B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42516" y="4901919"/>
            <a:ext cx="3483615" cy="1100329"/>
          </a:xfrm>
        </p:spPr>
        <p:txBody>
          <a:bodyPr anchor="ctr">
            <a:norm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By: Joshua Leiper</a:t>
            </a:r>
            <a:endParaRPr lang="en-GB" sz="1600" dirty="0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981B13-F880-47D1-BA19-C2C84FC75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5869" y="4610607"/>
            <a:ext cx="11054799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9889C86-81F5-4E2B-A1BF-3DC57716B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34300" y="4614653"/>
            <a:ext cx="0" cy="1674861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1651B2-663F-4ED2-A7D2-9D74A5DFD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1819" y="6289514"/>
            <a:ext cx="11054799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605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4314D2-D2A1-4CD8-AC61-D3A862409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B32D97-346F-7643-61CB-D97F43CE0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789567"/>
            <a:ext cx="11110405" cy="1054864"/>
          </a:xfrm>
        </p:spPr>
        <p:txBody>
          <a:bodyPr anchor="t">
            <a:normAutofit/>
          </a:bodyPr>
          <a:lstStyle/>
          <a:p>
            <a:r>
              <a:rPr lang="en-US" dirty="0"/>
              <a:t>What is PHREEQC</a:t>
            </a:r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89C9033-50A6-4C0D-A434-1DA417B55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567751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E77119D-632B-44FE-918A-65D2788D0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6286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BC601A-62D0-4E54-8600-19E3F28528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6618066"/>
              </p:ext>
            </p:extLst>
          </p:nvPr>
        </p:nvGraphicFramePr>
        <p:xfrm>
          <a:off x="571500" y="1936417"/>
          <a:ext cx="11060113" cy="3934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3631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F0B1846-6CE5-47AE-B0D0-7202A39CE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016A99-B340-D5DB-4ED9-FB9994CA6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8006"/>
            <a:ext cx="3503409" cy="5070171"/>
          </a:xfrm>
        </p:spPr>
        <p:txBody>
          <a:bodyPr anchor="t">
            <a:normAutofit/>
          </a:bodyPr>
          <a:lstStyle/>
          <a:p>
            <a:r>
              <a:rPr lang="en-US" dirty="0"/>
              <a:t>The problem - databases</a:t>
            </a:r>
            <a:endParaRPr lang="en-GB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706659-8817-44F5-87F5-B7804F1CB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1" y="6286500"/>
            <a:ext cx="1104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E7E0E66-59D6-4A3A-B1A2-84B907843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19600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64F6F91-27E3-4BF5-9BD7-E5923D27C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1" y="571500"/>
            <a:ext cx="1104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7DCA34B5-D55F-4962-A116-C0F40F0074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8184777"/>
              </p:ext>
            </p:extLst>
          </p:nvPr>
        </p:nvGraphicFramePr>
        <p:xfrm>
          <a:off x="5038410" y="1061686"/>
          <a:ext cx="6593202" cy="47622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2637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5900A-CC66-A509-BF95-1EFE628E5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96093-B902-D187-A996-AD62EB57B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Will show some example of the conflicts/ missing equations 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8958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F0B1846-6CE5-47AE-B0D0-7202A39CE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00BC-B31B-54B9-6A41-6F618A399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822960"/>
            <a:ext cx="2483246" cy="5296270"/>
          </a:xfrm>
        </p:spPr>
        <p:txBody>
          <a:bodyPr anchor="t">
            <a:normAutofit/>
          </a:bodyPr>
          <a:lstStyle/>
          <a:p>
            <a:r>
              <a:rPr lang="en-US" dirty="0"/>
              <a:t>Solution</a:t>
            </a:r>
            <a:endParaRPr lang="en-GB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706659-8817-44F5-87F5-B7804F1CB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1" y="6286500"/>
            <a:ext cx="1104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E7E0E66-59D6-4A3A-B1A2-84B907843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314700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64F6F91-27E3-4BF5-9BD7-E5923D27C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1" y="571500"/>
            <a:ext cx="1104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42F00F91-9158-7AC1-153D-C82EEACE47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4046474"/>
              </p:ext>
            </p:extLst>
          </p:nvPr>
        </p:nvGraphicFramePr>
        <p:xfrm>
          <a:off x="3751189" y="1061686"/>
          <a:ext cx="7880423" cy="47622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49C2964B-B363-5022-5347-F74048C04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1" y="2392537"/>
            <a:ext cx="1877059" cy="207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4105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B4314D2-D2A1-4CD8-AC61-D3A862409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B4674D-D94C-C37B-5872-FBA8DF6D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789567"/>
            <a:ext cx="11110405" cy="1054864"/>
          </a:xfrm>
        </p:spPr>
        <p:txBody>
          <a:bodyPr anchor="t">
            <a:normAutofit/>
          </a:bodyPr>
          <a:lstStyle/>
          <a:p>
            <a:r>
              <a:rPr lang="en-US" dirty="0"/>
              <a:t>Unified Database composition</a:t>
            </a:r>
            <a:endParaRPr lang="en-GB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89C9033-50A6-4C0D-A434-1DA417B55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567751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E77119D-632B-44FE-918A-65D2788D0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6286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394C59-B783-AF4B-2ED8-757EC12DF6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3368619"/>
              </p:ext>
            </p:extLst>
          </p:nvPr>
        </p:nvGraphicFramePr>
        <p:xfrm>
          <a:off x="571500" y="1936417"/>
          <a:ext cx="11060113" cy="3934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7052697"/>
      </p:ext>
    </p:extLst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nalogousFromRegularSeed_2SEEDS">
      <a:dk1>
        <a:srgbClr val="000000"/>
      </a:dk1>
      <a:lt1>
        <a:srgbClr val="FFFFFF"/>
      </a:lt1>
      <a:dk2>
        <a:srgbClr val="3D2229"/>
      </a:dk2>
      <a:lt2>
        <a:srgbClr val="E2E5E8"/>
      </a:lt2>
      <a:accent1>
        <a:srgbClr val="D56A17"/>
      </a:accent1>
      <a:accent2>
        <a:srgbClr val="E72D29"/>
      </a:accent2>
      <a:accent3>
        <a:srgbClr val="B8A221"/>
      </a:accent3>
      <a:accent4>
        <a:srgbClr val="14B4A3"/>
      </a:accent4>
      <a:accent5>
        <a:srgbClr val="29ADE7"/>
      </a:accent5>
      <a:accent6>
        <a:srgbClr val="174CD5"/>
      </a:accent6>
      <a:hlink>
        <a:srgbClr val="3F87BF"/>
      </a:hlink>
      <a:folHlink>
        <a:srgbClr val="7F7F7F"/>
      </a:folHlink>
    </a:clrScheme>
    <a:fontScheme name="Custom 1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ignmentVTI" id="{606D7720-FAA0-4ADC-B967-3239DA8ECA1A}" vid="{10074623-6FCC-4A3C-AAA5-58644BD8FF1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Batang</vt:lpstr>
      <vt:lpstr>Arial</vt:lpstr>
      <vt:lpstr>Avenir Next LT Pro Light</vt:lpstr>
      <vt:lpstr>AlignmentVTI</vt:lpstr>
      <vt:lpstr>A combined PHREEQC database package(Question)</vt:lpstr>
      <vt:lpstr>What is PHREEQC</vt:lpstr>
      <vt:lpstr>The problem - databases</vt:lpstr>
      <vt:lpstr>Examples</vt:lpstr>
      <vt:lpstr>Solution</vt:lpstr>
      <vt:lpstr>Unified Database composition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Leiper, Josh J</dc:creator>
  <cp:lastModifiedBy>Leiper, Josh J</cp:lastModifiedBy>
  <cp:revision>1</cp:revision>
  <dcterms:created xsi:type="dcterms:W3CDTF">2024-08-16T10:09:16Z</dcterms:created>
  <dcterms:modified xsi:type="dcterms:W3CDTF">2024-08-16T15:26:51Z</dcterms:modified>
</cp:coreProperties>
</file>